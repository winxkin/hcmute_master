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9" r:id="rId2"/>
  </p:sldMasterIdLst>
  <p:notesMasterIdLst>
    <p:notesMasterId r:id="rId11"/>
  </p:notesMasterIdLst>
  <p:sldIdLst>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946" y="23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presProps" Target="presProp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tableStyles" Target="tableStyle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6357AC9-B4BA-44F7-9558-9CD0769A9A0A}" type="datetimeFigureOut">
              <a:rPr lang="en-US" smtClean="0"/>
              <a:t>4/14/2024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3186EE-E993-48A3-BFF0-E0AD26E40535}" type="slidenum">
              <a:rPr lang="en-US" smtClean="0"/>
              <a:t>‹#›</a:t>
            </a:fld>
            <a:endParaRPr lang="en-US"/>
          </a:p>
        </p:txBody>
      </p:sp>
    </p:spTree>
    <p:extLst>
      <p:ext uri="{BB962C8B-B14F-4D97-AF65-F5344CB8AC3E}">
        <p14:creationId xmlns:p14="http://schemas.microsoft.com/office/powerpoint/2010/main" val="2984961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 name="Google Shape;21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384594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6477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86084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341025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724338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503283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064486" y="1760159"/>
            <a:ext cx="10063154" cy="1989954"/>
          </a:xfrm>
          <a:prstGeom prst="rect">
            <a:avLst/>
          </a:prstGeom>
        </p:spPr>
        <p:txBody>
          <a:bodyPr spcFirstLastPara="1" wrap="square" lIns="256000" tIns="256000" rIns="256000" bIns="256000" anchor="b" anchorCtr="0">
            <a:noAutofit/>
          </a:bodyPr>
          <a:lstStyle>
            <a:lvl1pPr lvl="0" algn="ctr">
              <a:spcBef>
                <a:spcPts val="0"/>
              </a:spcBef>
              <a:spcAft>
                <a:spcPts val="0"/>
              </a:spcAft>
              <a:buSzPts val="14600"/>
              <a:buNone/>
              <a:defRPr sz="5793"/>
            </a:lvl1pPr>
            <a:lvl2pPr lvl="1" algn="ctr">
              <a:spcBef>
                <a:spcPts val="0"/>
              </a:spcBef>
              <a:spcAft>
                <a:spcPts val="0"/>
              </a:spcAft>
              <a:buSzPts val="14600"/>
              <a:buNone/>
              <a:defRPr sz="5793"/>
            </a:lvl2pPr>
            <a:lvl3pPr lvl="2" algn="ctr">
              <a:spcBef>
                <a:spcPts val="0"/>
              </a:spcBef>
              <a:spcAft>
                <a:spcPts val="0"/>
              </a:spcAft>
              <a:buSzPts val="14600"/>
              <a:buNone/>
              <a:defRPr sz="5793"/>
            </a:lvl3pPr>
            <a:lvl4pPr lvl="3" algn="ctr">
              <a:spcBef>
                <a:spcPts val="0"/>
              </a:spcBef>
              <a:spcAft>
                <a:spcPts val="0"/>
              </a:spcAft>
              <a:buSzPts val="14600"/>
              <a:buNone/>
              <a:defRPr sz="5793"/>
            </a:lvl4pPr>
            <a:lvl5pPr lvl="4" algn="ctr">
              <a:spcBef>
                <a:spcPts val="0"/>
              </a:spcBef>
              <a:spcAft>
                <a:spcPts val="0"/>
              </a:spcAft>
              <a:buSzPts val="14600"/>
              <a:buNone/>
              <a:defRPr sz="5793"/>
            </a:lvl5pPr>
            <a:lvl6pPr lvl="5" algn="ctr">
              <a:spcBef>
                <a:spcPts val="0"/>
              </a:spcBef>
              <a:spcAft>
                <a:spcPts val="0"/>
              </a:spcAft>
              <a:buSzPts val="14600"/>
              <a:buNone/>
              <a:defRPr sz="5793"/>
            </a:lvl6pPr>
            <a:lvl7pPr lvl="6" algn="ctr">
              <a:spcBef>
                <a:spcPts val="0"/>
              </a:spcBef>
              <a:spcAft>
                <a:spcPts val="0"/>
              </a:spcAft>
              <a:buSzPts val="14600"/>
              <a:buNone/>
              <a:defRPr sz="5793"/>
            </a:lvl7pPr>
            <a:lvl8pPr lvl="7" algn="ctr">
              <a:spcBef>
                <a:spcPts val="0"/>
              </a:spcBef>
              <a:spcAft>
                <a:spcPts val="0"/>
              </a:spcAft>
              <a:buSzPts val="14600"/>
              <a:buNone/>
              <a:defRPr sz="5793"/>
            </a:lvl8pPr>
            <a:lvl9pPr lvl="8" algn="ctr">
              <a:spcBef>
                <a:spcPts val="0"/>
              </a:spcBef>
              <a:spcAft>
                <a:spcPts val="0"/>
              </a:spcAft>
              <a:buSzPts val="14600"/>
              <a:buNone/>
              <a:defRPr sz="5793"/>
            </a:lvl9pPr>
          </a:lstStyle>
          <a:p>
            <a:endParaRPr/>
          </a:p>
        </p:txBody>
      </p:sp>
      <p:sp>
        <p:nvSpPr>
          <p:cNvPr id="10" name="Google Shape;10;p2"/>
          <p:cNvSpPr txBox="1">
            <a:spLocks noGrp="1"/>
          </p:cNvSpPr>
          <p:nvPr>
            <p:ph type="subTitle" idx="1"/>
          </p:nvPr>
        </p:nvSpPr>
        <p:spPr>
          <a:xfrm>
            <a:off x="1421157" y="3799356"/>
            <a:ext cx="9349652" cy="1056825"/>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7800"/>
              <a:buNone/>
              <a:defRPr sz="2897">
                <a:solidFill>
                  <a:srgbClr val="191919"/>
                </a:solidFill>
                <a:latin typeface="Anaheim"/>
                <a:ea typeface="Anaheim"/>
                <a:cs typeface="Anaheim"/>
                <a:sym typeface="Anaheim"/>
              </a:defRPr>
            </a:lvl1pPr>
            <a:lvl2pPr lvl="1" algn="ctr">
              <a:lnSpc>
                <a:spcPct val="100000"/>
              </a:lnSpc>
              <a:spcBef>
                <a:spcPts val="0"/>
              </a:spcBef>
              <a:spcAft>
                <a:spcPts val="0"/>
              </a:spcAft>
              <a:buSzPts val="7800"/>
              <a:buNone/>
              <a:defRPr sz="3095"/>
            </a:lvl2pPr>
            <a:lvl3pPr lvl="2" algn="ctr">
              <a:lnSpc>
                <a:spcPct val="100000"/>
              </a:lnSpc>
              <a:spcBef>
                <a:spcPts val="0"/>
              </a:spcBef>
              <a:spcAft>
                <a:spcPts val="0"/>
              </a:spcAft>
              <a:buSzPts val="7800"/>
              <a:buNone/>
              <a:defRPr sz="3095"/>
            </a:lvl3pPr>
            <a:lvl4pPr lvl="3" algn="ctr">
              <a:lnSpc>
                <a:spcPct val="100000"/>
              </a:lnSpc>
              <a:spcBef>
                <a:spcPts val="0"/>
              </a:spcBef>
              <a:spcAft>
                <a:spcPts val="0"/>
              </a:spcAft>
              <a:buSzPts val="7800"/>
              <a:buNone/>
              <a:defRPr sz="3095"/>
            </a:lvl4pPr>
            <a:lvl5pPr lvl="4" algn="ctr">
              <a:lnSpc>
                <a:spcPct val="100000"/>
              </a:lnSpc>
              <a:spcBef>
                <a:spcPts val="0"/>
              </a:spcBef>
              <a:spcAft>
                <a:spcPts val="0"/>
              </a:spcAft>
              <a:buSzPts val="7800"/>
              <a:buNone/>
              <a:defRPr sz="3095"/>
            </a:lvl5pPr>
            <a:lvl6pPr lvl="5" algn="ctr">
              <a:lnSpc>
                <a:spcPct val="100000"/>
              </a:lnSpc>
              <a:spcBef>
                <a:spcPts val="0"/>
              </a:spcBef>
              <a:spcAft>
                <a:spcPts val="0"/>
              </a:spcAft>
              <a:buSzPts val="7800"/>
              <a:buNone/>
              <a:defRPr sz="3095"/>
            </a:lvl6pPr>
            <a:lvl7pPr lvl="6" algn="ctr">
              <a:lnSpc>
                <a:spcPct val="100000"/>
              </a:lnSpc>
              <a:spcBef>
                <a:spcPts val="0"/>
              </a:spcBef>
              <a:spcAft>
                <a:spcPts val="0"/>
              </a:spcAft>
              <a:buSzPts val="7800"/>
              <a:buNone/>
              <a:defRPr sz="3095"/>
            </a:lvl7pPr>
            <a:lvl8pPr lvl="7" algn="ctr">
              <a:lnSpc>
                <a:spcPct val="100000"/>
              </a:lnSpc>
              <a:spcBef>
                <a:spcPts val="0"/>
              </a:spcBef>
              <a:spcAft>
                <a:spcPts val="0"/>
              </a:spcAft>
              <a:buSzPts val="7800"/>
              <a:buNone/>
              <a:defRPr sz="3095"/>
            </a:lvl8pPr>
            <a:lvl9pPr lvl="8" algn="ctr">
              <a:lnSpc>
                <a:spcPct val="100000"/>
              </a:lnSpc>
              <a:spcBef>
                <a:spcPts val="0"/>
              </a:spcBef>
              <a:spcAft>
                <a:spcPts val="0"/>
              </a:spcAft>
              <a:buSzPts val="7800"/>
              <a:buNone/>
              <a:defRPr sz="3095"/>
            </a:lvl9pPr>
          </a:lstStyle>
          <a:p>
            <a:endParaRPr/>
          </a:p>
        </p:txBody>
      </p:sp>
      <p:pic>
        <p:nvPicPr>
          <p:cNvPr id="11" name="Google Shape;11;p2"/>
          <p:cNvPicPr preferRelativeResize="0"/>
          <p:nvPr/>
        </p:nvPicPr>
        <p:blipFill>
          <a:blip r:embed="rId2">
            <a:alphaModFix/>
          </a:blip>
          <a:stretch>
            <a:fillRect/>
          </a:stretch>
        </p:blipFill>
        <p:spPr>
          <a:xfrm>
            <a:off x="11739923" y="2297044"/>
            <a:ext cx="2378763" cy="2264161"/>
          </a:xfrm>
          <a:prstGeom prst="rect">
            <a:avLst/>
          </a:prstGeom>
          <a:noFill/>
          <a:ln>
            <a:noFill/>
          </a:ln>
        </p:spPr>
      </p:pic>
      <p:grpSp>
        <p:nvGrpSpPr>
          <p:cNvPr id="12" name="Google Shape;12;p2"/>
          <p:cNvGrpSpPr/>
          <p:nvPr/>
        </p:nvGrpSpPr>
        <p:grpSpPr>
          <a:xfrm>
            <a:off x="-112065" y="192348"/>
            <a:ext cx="12416361" cy="6491851"/>
            <a:chOff x="-211800" y="484698"/>
            <a:chExt cx="23466600" cy="16358864"/>
          </a:xfrm>
        </p:grpSpPr>
        <p:cxnSp>
          <p:nvCxnSpPr>
            <p:cNvPr id="13" name="Google Shape;13;p2"/>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 name="Google Shape;14;p2"/>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15" name="Google Shape;15;p2"/>
          <p:cNvGrpSpPr/>
          <p:nvPr/>
        </p:nvGrpSpPr>
        <p:grpSpPr>
          <a:xfrm>
            <a:off x="2760428" y="64219"/>
            <a:ext cx="1036551" cy="963398"/>
            <a:chOff x="5953600" y="2687775"/>
            <a:chExt cx="1399625" cy="1734425"/>
          </a:xfrm>
        </p:grpSpPr>
        <p:sp>
          <p:nvSpPr>
            <p:cNvPr id="16" name="Google Shape;16;p2"/>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 name="Google Shape;17;p2"/>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8" name="Google Shape;18;p2"/>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9" name="Google Shape;19;p2"/>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20" name="Google Shape;20;p2"/>
          <p:cNvGrpSpPr/>
          <p:nvPr/>
        </p:nvGrpSpPr>
        <p:grpSpPr>
          <a:xfrm>
            <a:off x="10038144" y="104486"/>
            <a:ext cx="1384204" cy="882871"/>
            <a:chOff x="3089625" y="1360075"/>
            <a:chExt cx="1869050" cy="1589450"/>
          </a:xfrm>
        </p:grpSpPr>
        <p:sp>
          <p:nvSpPr>
            <p:cNvPr id="21" name="Google Shape;21;p2"/>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2" name="Google Shape;22;p2"/>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3" name="Google Shape;23;p2"/>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4" name="Google Shape;24;p2"/>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spTree>
    <p:extLst>
      <p:ext uri="{BB962C8B-B14F-4D97-AF65-F5344CB8AC3E}">
        <p14:creationId xmlns:p14="http://schemas.microsoft.com/office/powerpoint/2010/main" val="263527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5"/>
        <p:cNvGrpSpPr/>
        <p:nvPr/>
      </p:nvGrpSpPr>
      <p:grpSpPr>
        <a:xfrm>
          <a:off x="0" y="0"/>
          <a:ext cx="0" cy="0"/>
          <a:chOff x="0" y="0"/>
          <a:chExt cx="0" cy="0"/>
        </a:xfrm>
      </p:grpSpPr>
      <p:sp>
        <p:nvSpPr>
          <p:cNvPr id="26" name="Google Shape;26;p3"/>
          <p:cNvSpPr txBox="1">
            <a:spLocks noGrp="1"/>
          </p:cNvSpPr>
          <p:nvPr>
            <p:ph type="title"/>
          </p:nvPr>
        </p:nvSpPr>
        <p:spPr>
          <a:xfrm>
            <a:off x="415606" y="2867904"/>
            <a:ext cx="11360950" cy="1122422"/>
          </a:xfrm>
          <a:prstGeom prst="rect">
            <a:avLst/>
          </a:prstGeom>
        </p:spPr>
        <p:txBody>
          <a:bodyPr spcFirstLastPara="1" wrap="square" lIns="256000" tIns="256000" rIns="256000" bIns="256000" anchor="ctr" anchorCtr="0">
            <a:noAutofit/>
          </a:bodyPr>
          <a:lstStyle>
            <a:lvl1pPr lvl="0" algn="ctr">
              <a:spcBef>
                <a:spcPts val="0"/>
              </a:spcBef>
              <a:spcAft>
                <a:spcPts val="0"/>
              </a:spcAft>
              <a:buSzPts val="10100"/>
              <a:buNone/>
              <a:defRPr sz="4008"/>
            </a:lvl1pPr>
            <a:lvl2pPr lvl="1" algn="ctr">
              <a:spcBef>
                <a:spcPts val="0"/>
              </a:spcBef>
              <a:spcAft>
                <a:spcPts val="0"/>
              </a:spcAft>
              <a:buSzPts val="10100"/>
              <a:buNone/>
              <a:defRPr sz="4008"/>
            </a:lvl2pPr>
            <a:lvl3pPr lvl="2" algn="ctr">
              <a:spcBef>
                <a:spcPts val="0"/>
              </a:spcBef>
              <a:spcAft>
                <a:spcPts val="0"/>
              </a:spcAft>
              <a:buSzPts val="10100"/>
              <a:buNone/>
              <a:defRPr sz="4008"/>
            </a:lvl3pPr>
            <a:lvl4pPr lvl="3" algn="ctr">
              <a:spcBef>
                <a:spcPts val="0"/>
              </a:spcBef>
              <a:spcAft>
                <a:spcPts val="0"/>
              </a:spcAft>
              <a:buSzPts val="10100"/>
              <a:buNone/>
              <a:defRPr sz="4008"/>
            </a:lvl4pPr>
            <a:lvl5pPr lvl="4" algn="ctr">
              <a:spcBef>
                <a:spcPts val="0"/>
              </a:spcBef>
              <a:spcAft>
                <a:spcPts val="0"/>
              </a:spcAft>
              <a:buSzPts val="10100"/>
              <a:buNone/>
              <a:defRPr sz="4008"/>
            </a:lvl5pPr>
            <a:lvl6pPr lvl="5" algn="ctr">
              <a:spcBef>
                <a:spcPts val="0"/>
              </a:spcBef>
              <a:spcAft>
                <a:spcPts val="0"/>
              </a:spcAft>
              <a:buSzPts val="10100"/>
              <a:buNone/>
              <a:defRPr sz="4008"/>
            </a:lvl6pPr>
            <a:lvl7pPr lvl="6" algn="ctr">
              <a:spcBef>
                <a:spcPts val="0"/>
              </a:spcBef>
              <a:spcAft>
                <a:spcPts val="0"/>
              </a:spcAft>
              <a:buSzPts val="10100"/>
              <a:buNone/>
              <a:defRPr sz="4008"/>
            </a:lvl7pPr>
            <a:lvl8pPr lvl="7" algn="ctr">
              <a:spcBef>
                <a:spcPts val="0"/>
              </a:spcBef>
              <a:spcAft>
                <a:spcPts val="0"/>
              </a:spcAft>
              <a:buSzPts val="10100"/>
              <a:buNone/>
              <a:defRPr sz="4008"/>
            </a:lvl8pPr>
            <a:lvl9pPr lvl="8" algn="ctr">
              <a:spcBef>
                <a:spcPts val="0"/>
              </a:spcBef>
              <a:spcAft>
                <a:spcPts val="0"/>
              </a:spcAft>
              <a:buSzPts val="10100"/>
              <a:buNone/>
              <a:defRPr sz="4008"/>
            </a:lvl9pPr>
          </a:lstStyle>
          <a:p>
            <a:endParaRPr/>
          </a:p>
        </p:txBody>
      </p:sp>
    </p:spTree>
    <p:extLst>
      <p:ext uri="{BB962C8B-B14F-4D97-AF65-F5344CB8AC3E}">
        <p14:creationId xmlns:p14="http://schemas.microsoft.com/office/powerpoint/2010/main" val="16728053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29" name="Google Shape;29;p4"/>
          <p:cNvSpPr txBox="1">
            <a:spLocks noGrp="1"/>
          </p:cNvSpPr>
          <p:nvPr>
            <p:ph type="body" idx="1"/>
          </p:nvPr>
        </p:nvSpPr>
        <p:spPr>
          <a:xfrm>
            <a:off x="246736" y="1070287"/>
            <a:ext cx="11698732" cy="3212856"/>
          </a:xfrm>
          <a:prstGeom prst="rect">
            <a:avLst/>
          </a:prstGeom>
        </p:spPr>
        <p:txBody>
          <a:bodyPr spcFirstLastPara="1" wrap="square" lIns="256000" tIns="256000" rIns="256000" bIns="256000" anchor="t" anchorCtr="0">
            <a:noAutofit/>
          </a:bodyPr>
          <a:lstStyle>
            <a:lvl1pPr marL="181417" lvl="0" indent="-178897">
              <a:lnSpc>
                <a:spcPct val="100000"/>
              </a:lnSpc>
              <a:spcBef>
                <a:spcPts val="0"/>
              </a:spcBef>
              <a:spcAft>
                <a:spcPts val="0"/>
              </a:spcAft>
              <a:buClr>
                <a:srgbClr val="AAB7BA"/>
              </a:buClr>
              <a:buSzPts val="3500"/>
              <a:buFont typeface="Inconsolata"/>
              <a:buChar char="○"/>
              <a:defRPr sz="1389"/>
            </a:lvl1pPr>
            <a:lvl2pPr marL="362834" lvl="1" indent="-178897">
              <a:lnSpc>
                <a:spcPct val="100000"/>
              </a:lnSpc>
              <a:spcBef>
                <a:spcPts val="0"/>
              </a:spcBef>
              <a:spcAft>
                <a:spcPts val="0"/>
              </a:spcAft>
              <a:buClr>
                <a:srgbClr val="434343"/>
              </a:buClr>
              <a:buSzPts val="3500"/>
              <a:buFont typeface="Inconsolata"/>
              <a:buChar char="○"/>
              <a:defRPr/>
            </a:lvl2pPr>
            <a:lvl3pPr marL="544251" lvl="2" indent="-178897">
              <a:lnSpc>
                <a:spcPct val="100000"/>
              </a:lnSpc>
              <a:spcBef>
                <a:spcPts val="0"/>
              </a:spcBef>
              <a:spcAft>
                <a:spcPts val="0"/>
              </a:spcAft>
              <a:buClr>
                <a:srgbClr val="434343"/>
              </a:buClr>
              <a:buSzPts val="3500"/>
              <a:buFont typeface="Inconsolata"/>
              <a:buChar char="■"/>
              <a:defRPr/>
            </a:lvl3pPr>
            <a:lvl4pPr marL="725668" lvl="3" indent="-178897">
              <a:lnSpc>
                <a:spcPct val="100000"/>
              </a:lnSpc>
              <a:spcBef>
                <a:spcPts val="0"/>
              </a:spcBef>
              <a:spcAft>
                <a:spcPts val="0"/>
              </a:spcAft>
              <a:buClr>
                <a:srgbClr val="434343"/>
              </a:buClr>
              <a:buSzPts val="3500"/>
              <a:buFont typeface="Inconsolata"/>
              <a:buChar char="●"/>
              <a:defRPr/>
            </a:lvl4pPr>
            <a:lvl5pPr marL="907085" lvl="4" indent="-178897">
              <a:lnSpc>
                <a:spcPct val="100000"/>
              </a:lnSpc>
              <a:spcBef>
                <a:spcPts val="0"/>
              </a:spcBef>
              <a:spcAft>
                <a:spcPts val="0"/>
              </a:spcAft>
              <a:buClr>
                <a:srgbClr val="434343"/>
              </a:buClr>
              <a:buSzPts val="3500"/>
              <a:buFont typeface="Inconsolata"/>
              <a:buChar char="○"/>
              <a:defRPr/>
            </a:lvl5pPr>
            <a:lvl6pPr marL="1088502" lvl="5" indent="-178897">
              <a:lnSpc>
                <a:spcPct val="100000"/>
              </a:lnSpc>
              <a:spcBef>
                <a:spcPts val="0"/>
              </a:spcBef>
              <a:spcAft>
                <a:spcPts val="0"/>
              </a:spcAft>
              <a:buClr>
                <a:srgbClr val="434343"/>
              </a:buClr>
              <a:buSzPts val="3500"/>
              <a:buFont typeface="Inconsolata"/>
              <a:buChar char="■"/>
              <a:defRPr/>
            </a:lvl6pPr>
            <a:lvl7pPr marL="1269919" lvl="6" indent="-178897">
              <a:lnSpc>
                <a:spcPct val="100000"/>
              </a:lnSpc>
              <a:spcBef>
                <a:spcPts val="0"/>
              </a:spcBef>
              <a:spcAft>
                <a:spcPts val="0"/>
              </a:spcAft>
              <a:buClr>
                <a:srgbClr val="434343"/>
              </a:buClr>
              <a:buSzPts val="3500"/>
              <a:buFont typeface="Inconsolata"/>
              <a:buChar char="●"/>
              <a:defRPr/>
            </a:lvl7pPr>
            <a:lvl8pPr marL="1451336" lvl="7" indent="-178897">
              <a:lnSpc>
                <a:spcPct val="100000"/>
              </a:lnSpc>
              <a:spcBef>
                <a:spcPts val="0"/>
              </a:spcBef>
              <a:spcAft>
                <a:spcPts val="0"/>
              </a:spcAft>
              <a:buClr>
                <a:srgbClr val="434343"/>
              </a:buClr>
              <a:buSzPts val="3500"/>
              <a:buFont typeface="Inconsolata"/>
              <a:buChar char="○"/>
              <a:defRPr/>
            </a:lvl8pPr>
            <a:lvl9pPr marL="1632753" lvl="8" indent="-178897">
              <a:lnSpc>
                <a:spcPct val="100000"/>
              </a:lnSpc>
              <a:spcBef>
                <a:spcPts val="0"/>
              </a:spcBef>
              <a:spcAft>
                <a:spcPts val="0"/>
              </a:spcAft>
              <a:buClr>
                <a:srgbClr val="434343"/>
              </a:buClr>
              <a:buSzPts val="3500"/>
              <a:buFont typeface="Inconsolata"/>
              <a:buChar char="■"/>
              <a:defRPr/>
            </a:lvl9pPr>
          </a:lstStyle>
          <a:p>
            <a:endParaRPr/>
          </a:p>
        </p:txBody>
      </p:sp>
      <p:grpSp>
        <p:nvGrpSpPr>
          <p:cNvPr id="30" name="Google Shape;30;p4"/>
          <p:cNvGrpSpPr/>
          <p:nvPr/>
        </p:nvGrpSpPr>
        <p:grpSpPr>
          <a:xfrm>
            <a:off x="-112065" y="192348"/>
            <a:ext cx="12416361" cy="6491851"/>
            <a:chOff x="-211800" y="484698"/>
            <a:chExt cx="23466600" cy="16358864"/>
          </a:xfrm>
        </p:grpSpPr>
        <p:cxnSp>
          <p:nvCxnSpPr>
            <p:cNvPr id="31" name="Google Shape;31;p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32" name="Google Shape;32;p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90103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415606" y="593388"/>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35" name="Google Shape;35;p5"/>
          <p:cNvSpPr txBox="1">
            <a:spLocks noGrp="1"/>
          </p:cNvSpPr>
          <p:nvPr>
            <p:ph type="body" idx="1"/>
          </p:nvPr>
        </p:nvSpPr>
        <p:spPr>
          <a:xfrm>
            <a:off x="415606"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
        <p:nvSpPr>
          <p:cNvPr id="36" name="Google Shape;36;p5"/>
          <p:cNvSpPr txBox="1">
            <a:spLocks noGrp="1"/>
          </p:cNvSpPr>
          <p:nvPr>
            <p:ph type="body" idx="2"/>
          </p:nvPr>
        </p:nvSpPr>
        <p:spPr>
          <a:xfrm>
            <a:off x="6443287"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Tree>
    <p:extLst>
      <p:ext uri="{BB962C8B-B14F-4D97-AF65-F5344CB8AC3E}">
        <p14:creationId xmlns:p14="http://schemas.microsoft.com/office/powerpoint/2010/main" val="17243259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a:spcBef>
                <a:spcPts val="0"/>
              </a:spcBef>
              <a:spcAft>
                <a:spcPts val="0"/>
              </a:spcAft>
              <a:buSzPts val="6700"/>
              <a:buNone/>
              <a:defRPr/>
            </a:lvl1pPr>
            <a:lvl2pPr lvl="1">
              <a:spcBef>
                <a:spcPts val="0"/>
              </a:spcBef>
              <a:spcAft>
                <a:spcPts val="0"/>
              </a:spcAft>
              <a:buSzPts val="6700"/>
              <a:buNone/>
              <a:defRPr sz="2659"/>
            </a:lvl2pPr>
            <a:lvl3pPr lvl="2">
              <a:spcBef>
                <a:spcPts val="0"/>
              </a:spcBef>
              <a:spcAft>
                <a:spcPts val="0"/>
              </a:spcAft>
              <a:buSzPts val="6700"/>
              <a:buNone/>
              <a:defRPr sz="2659"/>
            </a:lvl3pPr>
            <a:lvl4pPr lvl="3">
              <a:spcBef>
                <a:spcPts val="0"/>
              </a:spcBef>
              <a:spcAft>
                <a:spcPts val="0"/>
              </a:spcAft>
              <a:buSzPts val="6700"/>
              <a:buNone/>
              <a:defRPr sz="2659"/>
            </a:lvl4pPr>
            <a:lvl5pPr lvl="4">
              <a:spcBef>
                <a:spcPts val="0"/>
              </a:spcBef>
              <a:spcAft>
                <a:spcPts val="0"/>
              </a:spcAft>
              <a:buSzPts val="6700"/>
              <a:buNone/>
              <a:defRPr sz="2659"/>
            </a:lvl5pPr>
            <a:lvl6pPr lvl="5">
              <a:spcBef>
                <a:spcPts val="0"/>
              </a:spcBef>
              <a:spcAft>
                <a:spcPts val="0"/>
              </a:spcAft>
              <a:buSzPts val="6700"/>
              <a:buNone/>
              <a:defRPr sz="2659"/>
            </a:lvl6pPr>
            <a:lvl7pPr lvl="6">
              <a:spcBef>
                <a:spcPts val="0"/>
              </a:spcBef>
              <a:spcAft>
                <a:spcPts val="0"/>
              </a:spcAft>
              <a:buSzPts val="6700"/>
              <a:buNone/>
              <a:defRPr sz="2659"/>
            </a:lvl7pPr>
            <a:lvl8pPr lvl="7">
              <a:spcBef>
                <a:spcPts val="0"/>
              </a:spcBef>
              <a:spcAft>
                <a:spcPts val="0"/>
              </a:spcAft>
              <a:buSzPts val="6700"/>
              <a:buNone/>
              <a:defRPr sz="2659"/>
            </a:lvl8pPr>
            <a:lvl9pPr lvl="8">
              <a:spcBef>
                <a:spcPts val="0"/>
              </a:spcBef>
              <a:spcAft>
                <a:spcPts val="0"/>
              </a:spcAft>
              <a:buSzPts val="6700"/>
              <a:buNone/>
              <a:defRPr sz="2659"/>
            </a:lvl9pPr>
          </a:lstStyle>
          <a:p>
            <a:endParaRPr/>
          </a:p>
        </p:txBody>
      </p:sp>
      <p:sp>
        <p:nvSpPr>
          <p:cNvPr id="47" name="Google Shape;47;p7"/>
          <p:cNvSpPr txBox="1">
            <a:spLocks noGrp="1"/>
          </p:cNvSpPr>
          <p:nvPr>
            <p:ph type="body" idx="1"/>
          </p:nvPr>
        </p:nvSpPr>
        <p:spPr>
          <a:xfrm>
            <a:off x="241908" y="1070288"/>
            <a:ext cx="11703494" cy="3231785"/>
          </a:xfrm>
          <a:prstGeom prst="rect">
            <a:avLst/>
          </a:prstGeom>
        </p:spPr>
        <p:txBody>
          <a:bodyPr spcFirstLastPara="1" wrap="square" lIns="256000" tIns="256000" rIns="256000" bIns="256000" anchor="t" anchorCtr="0">
            <a:noAutofit/>
          </a:bodyPr>
          <a:lstStyle>
            <a:lvl1pPr marL="181417" lvl="0" indent="-176378">
              <a:spcBef>
                <a:spcPts val="0"/>
              </a:spcBef>
              <a:spcAft>
                <a:spcPts val="0"/>
              </a:spcAft>
              <a:buSzPts val="3400"/>
              <a:buChar char="●"/>
              <a:defRPr sz="1389"/>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cxnSp>
        <p:nvCxnSpPr>
          <p:cNvPr id="48" name="Google Shape;48;p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49" name="Google Shape;49;p7"/>
          <p:cNvGrpSpPr/>
          <p:nvPr/>
        </p:nvGrpSpPr>
        <p:grpSpPr>
          <a:xfrm>
            <a:off x="-112065" y="192348"/>
            <a:ext cx="12416361" cy="6491851"/>
            <a:chOff x="-211800" y="484698"/>
            <a:chExt cx="23466600" cy="16358864"/>
          </a:xfrm>
        </p:grpSpPr>
        <p:cxnSp>
          <p:nvCxnSpPr>
            <p:cNvPr id="50" name="Google Shape;50;p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51" name="Google Shape;51;p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52" name="Google Shape;52;p7"/>
          <p:cNvGrpSpPr/>
          <p:nvPr/>
        </p:nvGrpSpPr>
        <p:grpSpPr>
          <a:xfrm>
            <a:off x="-6" y="5491412"/>
            <a:ext cx="5835689" cy="1366836"/>
            <a:chOff x="12013575" y="13837850"/>
            <a:chExt cx="11029300" cy="3444300"/>
          </a:xfrm>
        </p:grpSpPr>
        <p:sp>
          <p:nvSpPr>
            <p:cNvPr id="53" name="Google Shape;53;p7"/>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54" name="Google Shape;54;p7"/>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5" name="Google Shape;55;p7"/>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6" name="Google Shape;56;p7"/>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7" name="Google Shape;57;p7"/>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8" name="Google Shape;58;p7"/>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9" name="Google Shape;59;p7"/>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0" name="Google Shape;60;p7"/>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1" name="Google Shape;61;p7"/>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2" name="Google Shape;62;p7"/>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3" name="Google Shape;63;p7"/>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4" name="Google Shape;64;p7"/>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5" name="Google Shape;65;p7"/>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6" name="Google Shape;66;p7"/>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7" name="Google Shape;67;p7"/>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8" name="Google Shape;68;p7"/>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9" name="Google Shape;69;p7"/>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0" name="Google Shape;70;p7"/>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1" name="Google Shape;71;p7"/>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2" name="Google Shape;72;p7"/>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3" name="Google Shape;73;p7"/>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4" name="Google Shape;74;p7"/>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5" name="Google Shape;75;p7"/>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6" name="Google Shape;76;p7"/>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7" name="Google Shape;77;p7"/>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8" name="Google Shape;78;p7"/>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9" name="Google Shape;79;p7"/>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0" name="Google Shape;80;p7"/>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1" name="Google Shape;81;p7"/>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2" name="Google Shape;82;p7"/>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3" name="Google Shape;83;p7"/>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4" name="Google Shape;84;p7"/>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5" name="Google Shape;85;p7"/>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pic>
        <p:nvPicPr>
          <p:cNvPr id="86" name="Google Shape;86;p7"/>
          <p:cNvPicPr preferRelativeResize="0"/>
          <p:nvPr/>
        </p:nvPicPr>
        <p:blipFill>
          <a:blip r:embed="rId2">
            <a:alphaModFix/>
          </a:blip>
          <a:stretch>
            <a:fillRect/>
          </a:stretch>
        </p:blipFill>
        <p:spPr>
          <a:xfrm>
            <a:off x="9813396" y="4158486"/>
            <a:ext cx="2378763" cy="2264161"/>
          </a:xfrm>
          <a:prstGeom prst="rect">
            <a:avLst/>
          </a:prstGeom>
          <a:noFill/>
          <a:ln>
            <a:noFill/>
          </a:ln>
        </p:spPr>
      </p:pic>
      <p:pic>
        <p:nvPicPr>
          <p:cNvPr id="87" name="Google Shape;87;p7"/>
          <p:cNvPicPr preferRelativeResize="0"/>
          <p:nvPr/>
        </p:nvPicPr>
        <p:blipFill>
          <a:blip r:embed="rId3">
            <a:alphaModFix/>
          </a:blip>
          <a:stretch>
            <a:fillRect/>
          </a:stretch>
        </p:blipFill>
        <p:spPr>
          <a:xfrm rot="-3915739">
            <a:off x="5800245" y="6302772"/>
            <a:ext cx="3367892" cy="493896"/>
          </a:xfrm>
          <a:prstGeom prst="rect">
            <a:avLst/>
          </a:prstGeom>
          <a:noFill/>
          <a:ln>
            <a:noFill/>
          </a:ln>
        </p:spPr>
      </p:pic>
      <p:pic>
        <p:nvPicPr>
          <p:cNvPr id="88" name="Google Shape;88;p7"/>
          <p:cNvPicPr preferRelativeResize="0"/>
          <p:nvPr/>
        </p:nvPicPr>
        <p:blipFill>
          <a:blip r:embed="rId4">
            <a:alphaModFix/>
          </a:blip>
          <a:stretch>
            <a:fillRect/>
          </a:stretch>
        </p:blipFill>
        <p:spPr>
          <a:xfrm>
            <a:off x="735606" y="5293538"/>
            <a:ext cx="1036562" cy="777439"/>
          </a:xfrm>
          <a:prstGeom prst="rect">
            <a:avLst/>
          </a:prstGeom>
          <a:noFill/>
          <a:ln>
            <a:noFill/>
          </a:ln>
        </p:spPr>
      </p:pic>
    </p:spTree>
    <p:extLst>
      <p:ext uri="{BB962C8B-B14F-4D97-AF65-F5344CB8AC3E}">
        <p14:creationId xmlns:p14="http://schemas.microsoft.com/office/powerpoint/2010/main" val="2234744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89"/>
        <p:cNvGrpSpPr/>
        <p:nvPr/>
      </p:nvGrpSpPr>
      <p:grpSpPr>
        <a:xfrm>
          <a:off x="0" y="0"/>
          <a:ext cx="0" cy="0"/>
          <a:chOff x="0" y="0"/>
          <a:chExt cx="0" cy="0"/>
        </a:xfrm>
      </p:grpSpPr>
      <p:sp>
        <p:nvSpPr>
          <p:cNvPr id="90" name="Google Shape;90;p8"/>
          <p:cNvSpPr txBox="1">
            <a:spLocks noGrp="1"/>
          </p:cNvSpPr>
          <p:nvPr>
            <p:ph type="title"/>
          </p:nvPr>
        </p:nvSpPr>
        <p:spPr>
          <a:xfrm>
            <a:off x="653676" y="600222"/>
            <a:ext cx="8490593" cy="5454605"/>
          </a:xfrm>
          <a:prstGeom prst="rect">
            <a:avLst/>
          </a:prstGeom>
        </p:spPr>
        <p:txBody>
          <a:bodyPr spcFirstLastPara="1" wrap="square" lIns="256000" tIns="256000" rIns="256000" bIns="256000" anchor="ctr" anchorCtr="0">
            <a:noAutofit/>
          </a:bodyPr>
          <a:lstStyle>
            <a:lvl1pPr lvl="0">
              <a:spcBef>
                <a:spcPts val="0"/>
              </a:spcBef>
              <a:spcAft>
                <a:spcPts val="0"/>
              </a:spcAft>
              <a:buSzPts val="13400"/>
              <a:buNone/>
              <a:defRPr sz="5317"/>
            </a:lvl1pPr>
            <a:lvl2pPr lvl="1">
              <a:spcBef>
                <a:spcPts val="0"/>
              </a:spcBef>
              <a:spcAft>
                <a:spcPts val="0"/>
              </a:spcAft>
              <a:buSzPts val="13400"/>
              <a:buNone/>
              <a:defRPr sz="5317"/>
            </a:lvl2pPr>
            <a:lvl3pPr lvl="2">
              <a:spcBef>
                <a:spcPts val="0"/>
              </a:spcBef>
              <a:spcAft>
                <a:spcPts val="0"/>
              </a:spcAft>
              <a:buSzPts val="13400"/>
              <a:buNone/>
              <a:defRPr sz="5317"/>
            </a:lvl3pPr>
            <a:lvl4pPr lvl="3">
              <a:spcBef>
                <a:spcPts val="0"/>
              </a:spcBef>
              <a:spcAft>
                <a:spcPts val="0"/>
              </a:spcAft>
              <a:buSzPts val="13400"/>
              <a:buNone/>
              <a:defRPr sz="5317"/>
            </a:lvl4pPr>
            <a:lvl5pPr lvl="4">
              <a:spcBef>
                <a:spcPts val="0"/>
              </a:spcBef>
              <a:spcAft>
                <a:spcPts val="0"/>
              </a:spcAft>
              <a:buSzPts val="13400"/>
              <a:buNone/>
              <a:defRPr sz="5317"/>
            </a:lvl5pPr>
            <a:lvl6pPr lvl="5">
              <a:spcBef>
                <a:spcPts val="0"/>
              </a:spcBef>
              <a:spcAft>
                <a:spcPts val="0"/>
              </a:spcAft>
              <a:buSzPts val="13400"/>
              <a:buNone/>
              <a:defRPr sz="5317"/>
            </a:lvl6pPr>
            <a:lvl7pPr lvl="6">
              <a:spcBef>
                <a:spcPts val="0"/>
              </a:spcBef>
              <a:spcAft>
                <a:spcPts val="0"/>
              </a:spcAft>
              <a:buSzPts val="13400"/>
              <a:buNone/>
              <a:defRPr sz="5317"/>
            </a:lvl7pPr>
            <a:lvl8pPr lvl="7">
              <a:spcBef>
                <a:spcPts val="0"/>
              </a:spcBef>
              <a:spcAft>
                <a:spcPts val="0"/>
              </a:spcAft>
              <a:buSzPts val="13400"/>
              <a:buNone/>
              <a:defRPr sz="5317"/>
            </a:lvl8pPr>
            <a:lvl9pPr lvl="8">
              <a:spcBef>
                <a:spcPts val="0"/>
              </a:spcBef>
              <a:spcAft>
                <a:spcPts val="0"/>
              </a:spcAft>
              <a:buSzPts val="13400"/>
              <a:buNone/>
              <a:defRPr sz="5317"/>
            </a:lvl9pPr>
          </a:lstStyle>
          <a:p>
            <a:endParaRPr/>
          </a:p>
        </p:txBody>
      </p:sp>
    </p:spTree>
    <p:extLst>
      <p:ext uri="{BB962C8B-B14F-4D97-AF65-F5344CB8AC3E}">
        <p14:creationId xmlns:p14="http://schemas.microsoft.com/office/powerpoint/2010/main" val="27451896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91"/>
        <p:cNvGrpSpPr/>
        <p:nvPr/>
      </p:nvGrpSpPr>
      <p:grpSpPr>
        <a:xfrm>
          <a:off x="0" y="0"/>
          <a:ext cx="0" cy="0"/>
          <a:chOff x="0" y="0"/>
          <a:chExt cx="0" cy="0"/>
        </a:xfrm>
      </p:grpSpPr>
      <p:sp>
        <p:nvSpPr>
          <p:cNvPr id="92" name="Google Shape;92;p9"/>
          <p:cNvSpPr/>
          <p:nvPr/>
        </p:nvSpPr>
        <p:spPr>
          <a:xfrm>
            <a:off x="6096083" y="-167"/>
            <a:ext cx="6096116" cy="6858228"/>
          </a:xfrm>
          <a:prstGeom prst="rect">
            <a:avLst/>
          </a:prstGeom>
          <a:solidFill>
            <a:schemeClr val="lt2"/>
          </a:solidFill>
          <a:ln>
            <a:noFill/>
          </a:ln>
        </p:spPr>
        <p:txBody>
          <a:bodyPr spcFirstLastPara="1" wrap="square" lIns="101591" tIns="101591" rIns="101591" bIns="101591" anchor="ctr" anchorCtr="0">
            <a:noAutofit/>
          </a:bodyPr>
          <a:lstStyle/>
          <a:p>
            <a:pPr marL="0" lvl="0" indent="0" algn="l" rtl="0">
              <a:spcBef>
                <a:spcPts val="0"/>
              </a:spcBef>
              <a:spcAft>
                <a:spcPts val="0"/>
              </a:spcAft>
              <a:buNone/>
            </a:pPr>
            <a:endParaRPr sz="714"/>
          </a:p>
        </p:txBody>
      </p:sp>
      <p:sp>
        <p:nvSpPr>
          <p:cNvPr id="93" name="Google Shape;93;p9"/>
          <p:cNvSpPr txBox="1">
            <a:spLocks noGrp="1"/>
          </p:cNvSpPr>
          <p:nvPr>
            <p:ph type="title"/>
          </p:nvPr>
        </p:nvSpPr>
        <p:spPr>
          <a:xfrm>
            <a:off x="354005" y="1644293"/>
            <a:ext cx="5393725" cy="1976501"/>
          </a:xfrm>
          <a:prstGeom prst="rect">
            <a:avLst/>
          </a:prstGeom>
        </p:spPr>
        <p:txBody>
          <a:bodyPr spcFirstLastPara="1" wrap="square" lIns="256000" tIns="256000" rIns="256000" bIns="256000" anchor="b" anchorCtr="0">
            <a:noAutofit/>
          </a:bodyPr>
          <a:lstStyle>
            <a:lvl1pPr lvl="0" algn="ctr">
              <a:spcBef>
                <a:spcPts val="0"/>
              </a:spcBef>
              <a:spcAft>
                <a:spcPts val="0"/>
              </a:spcAft>
              <a:buSzPts val="11800"/>
              <a:buNone/>
              <a:defRPr sz="4682"/>
            </a:lvl1pPr>
            <a:lvl2pPr lvl="1" algn="ctr">
              <a:spcBef>
                <a:spcPts val="0"/>
              </a:spcBef>
              <a:spcAft>
                <a:spcPts val="0"/>
              </a:spcAft>
              <a:buSzPts val="11800"/>
              <a:buNone/>
              <a:defRPr sz="4682"/>
            </a:lvl2pPr>
            <a:lvl3pPr lvl="2" algn="ctr">
              <a:spcBef>
                <a:spcPts val="0"/>
              </a:spcBef>
              <a:spcAft>
                <a:spcPts val="0"/>
              </a:spcAft>
              <a:buSzPts val="11800"/>
              <a:buNone/>
              <a:defRPr sz="4682"/>
            </a:lvl3pPr>
            <a:lvl4pPr lvl="3" algn="ctr">
              <a:spcBef>
                <a:spcPts val="0"/>
              </a:spcBef>
              <a:spcAft>
                <a:spcPts val="0"/>
              </a:spcAft>
              <a:buSzPts val="11800"/>
              <a:buNone/>
              <a:defRPr sz="4682"/>
            </a:lvl4pPr>
            <a:lvl5pPr lvl="4" algn="ctr">
              <a:spcBef>
                <a:spcPts val="0"/>
              </a:spcBef>
              <a:spcAft>
                <a:spcPts val="0"/>
              </a:spcAft>
              <a:buSzPts val="11800"/>
              <a:buNone/>
              <a:defRPr sz="4682"/>
            </a:lvl5pPr>
            <a:lvl6pPr lvl="5" algn="ctr">
              <a:spcBef>
                <a:spcPts val="0"/>
              </a:spcBef>
              <a:spcAft>
                <a:spcPts val="0"/>
              </a:spcAft>
              <a:buSzPts val="11800"/>
              <a:buNone/>
              <a:defRPr sz="4682"/>
            </a:lvl6pPr>
            <a:lvl7pPr lvl="6" algn="ctr">
              <a:spcBef>
                <a:spcPts val="0"/>
              </a:spcBef>
              <a:spcAft>
                <a:spcPts val="0"/>
              </a:spcAft>
              <a:buSzPts val="11800"/>
              <a:buNone/>
              <a:defRPr sz="4682"/>
            </a:lvl7pPr>
            <a:lvl8pPr lvl="7" algn="ctr">
              <a:spcBef>
                <a:spcPts val="0"/>
              </a:spcBef>
              <a:spcAft>
                <a:spcPts val="0"/>
              </a:spcAft>
              <a:buSzPts val="11800"/>
              <a:buNone/>
              <a:defRPr sz="4682"/>
            </a:lvl8pPr>
            <a:lvl9pPr lvl="8" algn="ctr">
              <a:spcBef>
                <a:spcPts val="0"/>
              </a:spcBef>
              <a:spcAft>
                <a:spcPts val="0"/>
              </a:spcAft>
              <a:buSzPts val="11800"/>
              <a:buNone/>
              <a:defRPr sz="4682"/>
            </a:lvl9pPr>
          </a:lstStyle>
          <a:p>
            <a:endParaRPr/>
          </a:p>
        </p:txBody>
      </p:sp>
      <p:sp>
        <p:nvSpPr>
          <p:cNvPr id="94" name="Google Shape;94;p9"/>
          <p:cNvSpPr txBox="1">
            <a:spLocks noGrp="1"/>
          </p:cNvSpPr>
          <p:nvPr>
            <p:ph type="subTitle" idx="1"/>
          </p:nvPr>
        </p:nvSpPr>
        <p:spPr>
          <a:xfrm>
            <a:off x="354005" y="3737569"/>
            <a:ext cx="5393725" cy="1646846"/>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5900"/>
              <a:buNone/>
              <a:defRPr sz="2341"/>
            </a:lvl1pPr>
            <a:lvl2pPr lvl="1" algn="ctr">
              <a:lnSpc>
                <a:spcPct val="100000"/>
              </a:lnSpc>
              <a:spcBef>
                <a:spcPts val="0"/>
              </a:spcBef>
              <a:spcAft>
                <a:spcPts val="0"/>
              </a:spcAft>
              <a:buSzPts val="5900"/>
              <a:buNone/>
              <a:defRPr sz="2341"/>
            </a:lvl2pPr>
            <a:lvl3pPr lvl="2" algn="ctr">
              <a:lnSpc>
                <a:spcPct val="100000"/>
              </a:lnSpc>
              <a:spcBef>
                <a:spcPts val="0"/>
              </a:spcBef>
              <a:spcAft>
                <a:spcPts val="0"/>
              </a:spcAft>
              <a:buSzPts val="5900"/>
              <a:buNone/>
              <a:defRPr sz="2341"/>
            </a:lvl3pPr>
            <a:lvl4pPr lvl="3" algn="ctr">
              <a:lnSpc>
                <a:spcPct val="100000"/>
              </a:lnSpc>
              <a:spcBef>
                <a:spcPts val="0"/>
              </a:spcBef>
              <a:spcAft>
                <a:spcPts val="0"/>
              </a:spcAft>
              <a:buSzPts val="5900"/>
              <a:buNone/>
              <a:defRPr sz="2341"/>
            </a:lvl4pPr>
            <a:lvl5pPr lvl="4" algn="ctr">
              <a:lnSpc>
                <a:spcPct val="100000"/>
              </a:lnSpc>
              <a:spcBef>
                <a:spcPts val="0"/>
              </a:spcBef>
              <a:spcAft>
                <a:spcPts val="0"/>
              </a:spcAft>
              <a:buSzPts val="5900"/>
              <a:buNone/>
              <a:defRPr sz="2341"/>
            </a:lvl5pPr>
            <a:lvl6pPr lvl="5" algn="ctr">
              <a:lnSpc>
                <a:spcPct val="100000"/>
              </a:lnSpc>
              <a:spcBef>
                <a:spcPts val="0"/>
              </a:spcBef>
              <a:spcAft>
                <a:spcPts val="0"/>
              </a:spcAft>
              <a:buSzPts val="5900"/>
              <a:buNone/>
              <a:defRPr sz="2341"/>
            </a:lvl6pPr>
            <a:lvl7pPr lvl="6" algn="ctr">
              <a:lnSpc>
                <a:spcPct val="100000"/>
              </a:lnSpc>
              <a:spcBef>
                <a:spcPts val="0"/>
              </a:spcBef>
              <a:spcAft>
                <a:spcPts val="0"/>
              </a:spcAft>
              <a:buSzPts val="5900"/>
              <a:buNone/>
              <a:defRPr sz="2341"/>
            </a:lvl7pPr>
            <a:lvl8pPr lvl="7" algn="ctr">
              <a:lnSpc>
                <a:spcPct val="100000"/>
              </a:lnSpc>
              <a:spcBef>
                <a:spcPts val="0"/>
              </a:spcBef>
              <a:spcAft>
                <a:spcPts val="0"/>
              </a:spcAft>
              <a:buSzPts val="5900"/>
              <a:buNone/>
              <a:defRPr sz="2341"/>
            </a:lvl8pPr>
            <a:lvl9pPr lvl="8" algn="ctr">
              <a:lnSpc>
                <a:spcPct val="100000"/>
              </a:lnSpc>
              <a:spcBef>
                <a:spcPts val="0"/>
              </a:spcBef>
              <a:spcAft>
                <a:spcPts val="0"/>
              </a:spcAft>
              <a:buSzPts val="5900"/>
              <a:buNone/>
              <a:defRPr sz="2341"/>
            </a:lvl9pPr>
          </a:lstStyle>
          <a:p>
            <a:endParaRPr/>
          </a:p>
        </p:txBody>
      </p:sp>
      <p:sp>
        <p:nvSpPr>
          <p:cNvPr id="95" name="Google Shape;95;p9"/>
          <p:cNvSpPr txBox="1">
            <a:spLocks noGrp="1"/>
          </p:cNvSpPr>
          <p:nvPr>
            <p:ph type="body" idx="2"/>
          </p:nvPr>
        </p:nvSpPr>
        <p:spPr>
          <a:xfrm>
            <a:off x="6586089" y="965468"/>
            <a:ext cx="5116102" cy="4926967"/>
          </a:xfrm>
          <a:prstGeom prst="rect">
            <a:avLst/>
          </a:prstGeom>
        </p:spPr>
        <p:txBody>
          <a:bodyPr spcFirstLastPara="1" wrap="square" lIns="256000" tIns="256000" rIns="256000" bIns="256000" anchor="ctr" anchorCtr="0">
            <a:noAutofit/>
          </a:bodyPr>
          <a:lstStyle>
            <a:lvl1pPr marL="181417" lvl="0" indent="-168819">
              <a:spcBef>
                <a:spcPts val="0"/>
              </a:spcBef>
              <a:spcAft>
                <a:spcPts val="0"/>
              </a:spcAft>
              <a:buSzPts val="3100"/>
              <a:buChar char="●"/>
              <a:defRPr/>
            </a:lvl1pPr>
            <a:lvl2pPr marL="362834" lvl="1" indent="-168819">
              <a:spcBef>
                <a:spcPts val="0"/>
              </a:spcBef>
              <a:spcAft>
                <a:spcPts val="0"/>
              </a:spcAft>
              <a:buSzPts val="3100"/>
              <a:buChar char="○"/>
              <a:defRPr/>
            </a:lvl2pPr>
            <a:lvl3pPr marL="544251" lvl="2" indent="-168819">
              <a:spcBef>
                <a:spcPts val="0"/>
              </a:spcBef>
              <a:spcAft>
                <a:spcPts val="0"/>
              </a:spcAft>
              <a:buSzPts val="3100"/>
              <a:buChar char="■"/>
              <a:defRPr/>
            </a:lvl3pPr>
            <a:lvl4pPr marL="725668" lvl="3" indent="-168819">
              <a:spcBef>
                <a:spcPts val="0"/>
              </a:spcBef>
              <a:spcAft>
                <a:spcPts val="0"/>
              </a:spcAft>
              <a:buSzPts val="3100"/>
              <a:buChar char="●"/>
              <a:defRPr/>
            </a:lvl4pPr>
            <a:lvl5pPr marL="907085" lvl="4" indent="-168819">
              <a:spcBef>
                <a:spcPts val="0"/>
              </a:spcBef>
              <a:spcAft>
                <a:spcPts val="0"/>
              </a:spcAft>
              <a:buSzPts val="3100"/>
              <a:buChar char="○"/>
              <a:defRPr/>
            </a:lvl5pPr>
            <a:lvl6pPr marL="1088502" lvl="5" indent="-168819">
              <a:spcBef>
                <a:spcPts val="0"/>
              </a:spcBef>
              <a:spcAft>
                <a:spcPts val="0"/>
              </a:spcAft>
              <a:buSzPts val="3100"/>
              <a:buChar char="■"/>
              <a:defRPr/>
            </a:lvl6pPr>
            <a:lvl7pPr marL="1269919" lvl="6" indent="-168819">
              <a:spcBef>
                <a:spcPts val="0"/>
              </a:spcBef>
              <a:spcAft>
                <a:spcPts val="0"/>
              </a:spcAft>
              <a:buSzPts val="3100"/>
              <a:buChar char="●"/>
              <a:defRPr/>
            </a:lvl7pPr>
            <a:lvl8pPr marL="1451336" lvl="7" indent="-168819">
              <a:spcBef>
                <a:spcPts val="0"/>
              </a:spcBef>
              <a:spcAft>
                <a:spcPts val="0"/>
              </a:spcAft>
              <a:buSzPts val="3100"/>
              <a:buChar char="○"/>
              <a:defRPr/>
            </a:lvl8pPr>
            <a:lvl9pPr marL="1632753" lvl="8" indent="-168819">
              <a:spcBef>
                <a:spcPts val="0"/>
              </a:spcBef>
              <a:spcAft>
                <a:spcPts val="0"/>
              </a:spcAft>
              <a:buSzPts val="3100"/>
              <a:buChar char="■"/>
              <a:defRPr/>
            </a:lvl9pPr>
          </a:lstStyle>
          <a:p>
            <a:endParaRPr/>
          </a:p>
        </p:txBody>
      </p:sp>
    </p:spTree>
    <p:extLst>
      <p:ext uri="{BB962C8B-B14F-4D97-AF65-F5344CB8AC3E}">
        <p14:creationId xmlns:p14="http://schemas.microsoft.com/office/powerpoint/2010/main" val="17689765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96"/>
        <p:cNvGrpSpPr/>
        <p:nvPr/>
      </p:nvGrpSpPr>
      <p:grpSpPr>
        <a:xfrm>
          <a:off x="0" y="0"/>
          <a:ext cx="0" cy="0"/>
          <a:chOff x="0" y="0"/>
          <a:chExt cx="0" cy="0"/>
        </a:xfrm>
      </p:grpSpPr>
      <p:sp>
        <p:nvSpPr>
          <p:cNvPr id="97" name="Google Shape;97;p10"/>
          <p:cNvSpPr txBox="1">
            <a:spLocks noGrp="1"/>
          </p:cNvSpPr>
          <p:nvPr>
            <p:ph type="body" idx="1"/>
          </p:nvPr>
        </p:nvSpPr>
        <p:spPr>
          <a:xfrm>
            <a:off x="415606" y="5640971"/>
            <a:ext cx="7998523" cy="806815"/>
          </a:xfrm>
          <a:prstGeom prst="rect">
            <a:avLst/>
          </a:prstGeom>
        </p:spPr>
        <p:txBody>
          <a:bodyPr spcFirstLastPara="1" wrap="square" lIns="256000" tIns="256000" rIns="256000" bIns="256000" anchor="ctr" anchorCtr="0">
            <a:noAutofit/>
          </a:bodyPr>
          <a:lstStyle>
            <a:lvl1pPr marL="181417" lvl="0" indent="-90708">
              <a:lnSpc>
                <a:spcPct val="100000"/>
              </a:lnSpc>
              <a:spcBef>
                <a:spcPts val="0"/>
              </a:spcBef>
              <a:spcAft>
                <a:spcPts val="0"/>
              </a:spcAft>
              <a:buSzPts val="3100"/>
              <a:buNone/>
              <a:defRPr/>
            </a:lvl1pPr>
          </a:lstStyle>
          <a:p>
            <a:endParaRPr/>
          </a:p>
        </p:txBody>
      </p:sp>
    </p:spTree>
    <p:extLst>
      <p:ext uri="{BB962C8B-B14F-4D97-AF65-F5344CB8AC3E}">
        <p14:creationId xmlns:p14="http://schemas.microsoft.com/office/powerpoint/2010/main" val="29394086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98"/>
        <p:cNvGrpSpPr/>
        <p:nvPr/>
      </p:nvGrpSpPr>
      <p:grpSpPr>
        <a:xfrm>
          <a:off x="0" y="0"/>
          <a:ext cx="0" cy="0"/>
          <a:chOff x="0" y="0"/>
          <a:chExt cx="0" cy="0"/>
        </a:xfrm>
      </p:grpSpPr>
      <p:sp>
        <p:nvSpPr>
          <p:cNvPr id="99" name="Google Shape;99;p11"/>
          <p:cNvSpPr txBox="1">
            <a:spLocks noGrp="1"/>
          </p:cNvSpPr>
          <p:nvPr>
            <p:ph type="title" hasCustomPrompt="1"/>
          </p:nvPr>
        </p:nvSpPr>
        <p:spPr>
          <a:xfrm>
            <a:off x="415606" y="1474887"/>
            <a:ext cx="11360950" cy="2618072"/>
          </a:xfrm>
          <a:prstGeom prst="rect">
            <a:avLst/>
          </a:prstGeom>
        </p:spPr>
        <p:txBody>
          <a:bodyPr spcFirstLastPara="1" wrap="square" lIns="256000" tIns="256000" rIns="256000" bIns="256000" anchor="b" anchorCtr="0">
            <a:noAutofit/>
          </a:bodyPr>
          <a:lstStyle>
            <a:lvl1pPr lvl="0" algn="ctr">
              <a:spcBef>
                <a:spcPts val="0"/>
              </a:spcBef>
              <a:spcAft>
                <a:spcPts val="0"/>
              </a:spcAft>
              <a:buSzPts val="33600"/>
              <a:buNone/>
              <a:defRPr sz="13332"/>
            </a:lvl1pPr>
            <a:lvl2pPr lvl="1" algn="ctr">
              <a:spcBef>
                <a:spcPts val="0"/>
              </a:spcBef>
              <a:spcAft>
                <a:spcPts val="0"/>
              </a:spcAft>
              <a:buSzPts val="33600"/>
              <a:buNone/>
              <a:defRPr sz="13332"/>
            </a:lvl2pPr>
            <a:lvl3pPr lvl="2" algn="ctr">
              <a:spcBef>
                <a:spcPts val="0"/>
              </a:spcBef>
              <a:spcAft>
                <a:spcPts val="0"/>
              </a:spcAft>
              <a:buSzPts val="33600"/>
              <a:buNone/>
              <a:defRPr sz="13332"/>
            </a:lvl3pPr>
            <a:lvl4pPr lvl="3" algn="ctr">
              <a:spcBef>
                <a:spcPts val="0"/>
              </a:spcBef>
              <a:spcAft>
                <a:spcPts val="0"/>
              </a:spcAft>
              <a:buSzPts val="33600"/>
              <a:buNone/>
              <a:defRPr sz="13332"/>
            </a:lvl4pPr>
            <a:lvl5pPr lvl="4" algn="ctr">
              <a:spcBef>
                <a:spcPts val="0"/>
              </a:spcBef>
              <a:spcAft>
                <a:spcPts val="0"/>
              </a:spcAft>
              <a:buSzPts val="33600"/>
              <a:buNone/>
              <a:defRPr sz="13332"/>
            </a:lvl5pPr>
            <a:lvl6pPr lvl="5" algn="ctr">
              <a:spcBef>
                <a:spcPts val="0"/>
              </a:spcBef>
              <a:spcAft>
                <a:spcPts val="0"/>
              </a:spcAft>
              <a:buSzPts val="33600"/>
              <a:buNone/>
              <a:defRPr sz="13332"/>
            </a:lvl6pPr>
            <a:lvl7pPr lvl="6" algn="ctr">
              <a:spcBef>
                <a:spcPts val="0"/>
              </a:spcBef>
              <a:spcAft>
                <a:spcPts val="0"/>
              </a:spcAft>
              <a:buSzPts val="33600"/>
              <a:buNone/>
              <a:defRPr sz="13332"/>
            </a:lvl7pPr>
            <a:lvl8pPr lvl="7" algn="ctr">
              <a:spcBef>
                <a:spcPts val="0"/>
              </a:spcBef>
              <a:spcAft>
                <a:spcPts val="0"/>
              </a:spcAft>
              <a:buSzPts val="33600"/>
              <a:buNone/>
              <a:defRPr sz="13332"/>
            </a:lvl8pPr>
            <a:lvl9pPr lvl="8" algn="ctr">
              <a:spcBef>
                <a:spcPts val="0"/>
              </a:spcBef>
              <a:spcAft>
                <a:spcPts val="0"/>
              </a:spcAft>
              <a:buSzPts val="33600"/>
              <a:buNone/>
              <a:defRPr sz="13332"/>
            </a:lvl9pPr>
          </a:lstStyle>
          <a:p>
            <a:r>
              <a:t>xx%</a:t>
            </a:r>
          </a:p>
        </p:txBody>
      </p:sp>
      <p:sp>
        <p:nvSpPr>
          <p:cNvPr id="100" name="Google Shape;100;p11"/>
          <p:cNvSpPr txBox="1">
            <a:spLocks noGrp="1"/>
          </p:cNvSpPr>
          <p:nvPr>
            <p:ph type="body" idx="1"/>
          </p:nvPr>
        </p:nvSpPr>
        <p:spPr>
          <a:xfrm>
            <a:off x="415606" y="4203119"/>
            <a:ext cx="11360950" cy="1734468"/>
          </a:xfrm>
          <a:prstGeom prst="rect">
            <a:avLst/>
          </a:prstGeom>
        </p:spPr>
        <p:txBody>
          <a:bodyPr spcFirstLastPara="1" wrap="square" lIns="256000" tIns="256000" rIns="256000" bIns="256000" anchor="t" anchorCtr="0">
            <a:noAutofit/>
          </a:bodyPr>
          <a:lstStyle>
            <a:lvl1pPr marL="181417" lvl="0" indent="-168819" algn="ctr">
              <a:spcBef>
                <a:spcPts val="0"/>
              </a:spcBef>
              <a:spcAft>
                <a:spcPts val="0"/>
              </a:spcAft>
              <a:buSzPts val="3100"/>
              <a:buChar char="●"/>
              <a:defRPr/>
            </a:lvl1pPr>
            <a:lvl2pPr marL="362834" lvl="1" indent="-168819" algn="ctr">
              <a:spcBef>
                <a:spcPts val="0"/>
              </a:spcBef>
              <a:spcAft>
                <a:spcPts val="0"/>
              </a:spcAft>
              <a:buSzPts val="3100"/>
              <a:buChar char="○"/>
              <a:defRPr/>
            </a:lvl2pPr>
            <a:lvl3pPr marL="544251" lvl="2" indent="-168819" algn="ctr">
              <a:spcBef>
                <a:spcPts val="0"/>
              </a:spcBef>
              <a:spcAft>
                <a:spcPts val="0"/>
              </a:spcAft>
              <a:buSzPts val="3100"/>
              <a:buChar char="■"/>
              <a:defRPr/>
            </a:lvl3pPr>
            <a:lvl4pPr marL="725668" lvl="3" indent="-168819" algn="ctr">
              <a:spcBef>
                <a:spcPts val="0"/>
              </a:spcBef>
              <a:spcAft>
                <a:spcPts val="0"/>
              </a:spcAft>
              <a:buSzPts val="3100"/>
              <a:buChar char="●"/>
              <a:defRPr/>
            </a:lvl4pPr>
            <a:lvl5pPr marL="907085" lvl="4" indent="-168819" algn="ctr">
              <a:spcBef>
                <a:spcPts val="0"/>
              </a:spcBef>
              <a:spcAft>
                <a:spcPts val="0"/>
              </a:spcAft>
              <a:buSzPts val="3100"/>
              <a:buChar char="○"/>
              <a:defRPr/>
            </a:lvl5pPr>
            <a:lvl6pPr marL="1088502" lvl="5" indent="-168819" algn="ctr">
              <a:spcBef>
                <a:spcPts val="0"/>
              </a:spcBef>
              <a:spcAft>
                <a:spcPts val="0"/>
              </a:spcAft>
              <a:buSzPts val="3100"/>
              <a:buChar char="■"/>
              <a:defRPr/>
            </a:lvl6pPr>
            <a:lvl7pPr marL="1269919" lvl="6" indent="-168819" algn="ctr">
              <a:spcBef>
                <a:spcPts val="0"/>
              </a:spcBef>
              <a:spcAft>
                <a:spcPts val="0"/>
              </a:spcAft>
              <a:buSzPts val="3100"/>
              <a:buChar char="●"/>
              <a:defRPr/>
            </a:lvl7pPr>
            <a:lvl8pPr marL="1451336" lvl="7" indent="-168819" algn="ctr">
              <a:spcBef>
                <a:spcPts val="0"/>
              </a:spcBef>
              <a:spcAft>
                <a:spcPts val="0"/>
              </a:spcAft>
              <a:buSzPts val="3100"/>
              <a:buChar char="○"/>
              <a:defRPr/>
            </a:lvl8pPr>
            <a:lvl9pPr marL="1632753" lvl="8" indent="-168819" algn="ctr">
              <a:spcBef>
                <a:spcPts val="0"/>
              </a:spcBef>
              <a:spcAft>
                <a:spcPts val="0"/>
              </a:spcAft>
              <a:buSzPts val="3100"/>
              <a:buChar char="■"/>
              <a:defRPr/>
            </a:lvl9pPr>
          </a:lstStyle>
          <a:p>
            <a:endParaRPr/>
          </a:p>
        </p:txBody>
      </p:sp>
    </p:spTree>
    <p:extLst>
      <p:ext uri="{BB962C8B-B14F-4D97-AF65-F5344CB8AC3E}">
        <p14:creationId xmlns:p14="http://schemas.microsoft.com/office/powerpoint/2010/main" val="11837475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101"/>
        <p:cNvGrpSpPr/>
        <p:nvPr/>
      </p:nvGrpSpPr>
      <p:grpSpPr>
        <a:xfrm>
          <a:off x="0" y="0"/>
          <a:ext cx="0" cy="0"/>
          <a:chOff x="0" y="0"/>
          <a:chExt cx="0" cy="0"/>
        </a:xfrm>
      </p:grpSpPr>
    </p:spTree>
    <p:extLst>
      <p:ext uri="{BB962C8B-B14F-4D97-AF65-F5344CB8AC3E}">
        <p14:creationId xmlns:p14="http://schemas.microsoft.com/office/powerpoint/2010/main" val="27471851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2">
  <p:cSld name="Title only 2">
    <p:spTree>
      <p:nvGrpSpPr>
        <p:cNvPr id="1" name="Shape 114"/>
        <p:cNvGrpSpPr/>
        <p:nvPr/>
      </p:nvGrpSpPr>
      <p:grpSpPr>
        <a:xfrm>
          <a:off x="0" y="0"/>
          <a:ext cx="0" cy="0"/>
          <a:chOff x="0" y="0"/>
          <a:chExt cx="0" cy="0"/>
        </a:xfrm>
      </p:grpSpPr>
      <p:sp>
        <p:nvSpPr>
          <p:cNvPr id="115" name="Google Shape;115;p1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16" name="Google Shape;116;p14"/>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17" name="Google Shape;117;p14"/>
          <p:cNvGrpSpPr/>
          <p:nvPr/>
        </p:nvGrpSpPr>
        <p:grpSpPr>
          <a:xfrm>
            <a:off x="-112065" y="192348"/>
            <a:ext cx="12416361" cy="6491851"/>
            <a:chOff x="-211800" y="484698"/>
            <a:chExt cx="23466600" cy="16358864"/>
          </a:xfrm>
        </p:grpSpPr>
        <p:cxnSp>
          <p:nvCxnSpPr>
            <p:cNvPr id="118" name="Google Shape;118;p1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19" name="Google Shape;119;p1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0" name="Google Shape;120;p14"/>
          <p:cNvPicPr preferRelativeResize="0"/>
          <p:nvPr/>
        </p:nvPicPr>
        <p:blipFill>
          <a:blip r:embed="rId2">
            <a:alphaModFix/>
          </a:blip>
          <a:stretch>
            <a:fillRect/>
          </a:stretch>
        </p:blipFill>
        <p:spPr>
          <a:xfrm rot="5400000">
            <a:off x="8772071" y="-2212715"/>
            <a:ext cx="1784113" cy="3018811"/>
          </a:xfrm>
          <a:prstGeom prst="rect">
            <a:avLst/>
          </a:prstGeom>
          <a:noFill/>
          <a:ln>
            <a:noFill/>
          </a:ln>
        </p:spPr>
      </p:pic>
      <p:pic>
        <p:nvPicPr>
          <p:cNvPr id="121" name="Google Shape;121;p14"/>
          <p:cNvPicPr preferRelativeResize="0"/>
          <p:nvPr/>
        </p:nvPicPr>
        <p:blipFill>
          <a:blip r:embed="rId3">
            <a:alphaModFix/>
          </a:blip>
          <a:stretch>
            <a:fillRect/>
          </a:stretch>
        </p:blipFill>
        <p:spPr>
          <a:xfrm>
            <a:off x="2540929" y="-582591"/>
            <a:ext cx="1036562" cy="777439"/>
          </a:xfrm>
          <a:prstGeom prst="rect">
            <a:avLst/>
          </a:prstGeom>
          <a:noFill/>
          <a:ln>
            <a:noFill/>
          </a:ln>
        </p:spPr>
      </p:pic>
    </p:spTree>
    <p:extLst>
      <p:ext uri="{BB962C8B-B14F-4D97-AF65-F5344CB8AC3E}">
        <p14:creationId xmlns:p14="http://schemas.microsoft.com/office/powerpoint/2010/main" val="264659155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3">
  <p:cSld name="Title only 3">
    <p:spTree>
      <p:nvGrpSpPr>
        <p:cNvPr id="1" name="Shape 122"/>
        <p:cNvGrpSpPr/>
        <p:nvPr/>
      </p:nvGrpSpPr>
      <p:grpSpPr>
        <a:xfrm>
          <a:off x="0" y="0"/>
          <a:ext cx="0" cy="0"/>
          <a:chOff x="0" y="0"/>
          <a:chExt cx="0" cy="0"/>
        </a:xfrm>
      </p:grpSpPr>
      <p:sp>
        <p:nvSpPr>
          <p:cNvPr id="123" name="Google Shape;123;p15"/>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24" name="Google Shape;124;p15"/>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25" name="Google Shape;125;p15"/>
          <p:cNvGrpSpPr/>
          <p:nvPr/>
        </p:nvGrpSpPr>
        <p:grpSpPr>
          <a:xfrm>
            <a:off x="-112065" y="192348"/>
            <a:ext cx="12416361" cy="6491851"/>
            <a:chOff x="-211800" y="484698"/>
            <a:chExt cx="23466600" cy="16358864"/>
          </a:xfrm>
        </p:grpSpPr>
        <p:cxnSp>
          <p:nvCxnSpPr>
            <p:cNvPr id="126" name="Google Shape;126;p15"/>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27" name="Google Shape;127;p15"/>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8" name="Google Shape;128;p15"/>
          <p:cNvPicPr preferRelativeResize="0"/>
          <p:nvPr/>
        </p:nvPicPr>
        <p:blipFill>
          <a:blip r:embed="rId2">
            <a:alphaModFix/>
          </a:blip>
          <a:stretch>
            <a:fillRect/>
          </a:stretch>
        </p:blipFill>
        <p:spPr>
          <a:xfrm>
            <a:off x="-2035253" y="1407716"/>
            <a:ext cx="2378763" cy="2264161"/>
          </a:xfrm>
          <a:prstGeom prst="rect">
            <a:avLst/>
          </a:prstGeom>
          <a:noFill/>
          <a:ln>
            <a:noFill/>
          </a:ln>
        </p:spPr>
      </p:pic>
      <p:pic>
        <p:nvPicPr>
          <p:cNvPr id="129" name="Google Shape;129;p15"/>
          <p:cNvPicPr preferRelativeResize="0"/>
          <p:nvPr/>
        </p:nvPicPr>
        <p:blipFill>
          <a:blip r:embed="rId3">
            <a:alphaModFix/>
          </a:blip>
          <a:stretch>
            <a:fillRect/>
          </a:stretch>
        </p:blipFill>
        <p:spPr>
          <a:xfrm>
            <a:off x="1324913" y="-523650"/>
            <a:ext cx="1036562" cy="777439"/>
          </a:xfrm>
          <a:prstGeom prst="rect">
            <a:avLst/>
          </a:prstGeom>
          <a:noFill/>
          <a:ln>
            <a:noFill/>
          </a:ln>
        </p:spPr>
      </p:pic>
      <p:grpSp>
        <p:nvGrpSpPr>
          <p:cNvPr id="130" name="Google Shape;130;p15"/>
          <p:cNvGrpSpPr/>
          <p:nvPr/>
        </p:nvGrpSpPr>
        <p:grpSpPr>
          <a:xfrm>
            <a:off x="-523731" y="5596005"/>
            <a:ext cx="1036551" cy="963398"/>
            <a:chOff x="5953600" y="2687775"/>
            <a:chExt cx="1399625" cy="1734425"/>
          </a:xfrm>
        </p:grpSpPr>
        <p:sp>
          <p:nvSpPr>
            <p:cNvPr id="131" name="Google Shape;131;p15"/>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2" name="Google Shape;132;p15"/>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3" name="Google Shape;133;p15"/>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4" name="Google Shape;134;p15"/>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135" name="Google Shape;135;p15"/>
          <p:cNvGrpSpPr/>
          <p:nvPr/>
        </p:nvGrpSpPr>
        <p:grpSpPr>
          <a:xfrm>
            <a:off x="5468769" y="6472765"/>
            <a:ext cx="1384204" cy="882871"/>
            <a:chOff x="3089625" y="1360075"/>
            <a:chExt cx="1869050" cy="1589450"/>
          </a:xfrm>
        </p:grpSpPr>
        <p:sp>
          <p:nvSpPr>
            <p:cNvPr id="136" name="Google Shape;136;p15"/>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7" name="Google Shape;137;p15"/>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8" name="Google Shape;138;p15"/>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9" name="Google Shape;139;p15"/>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40" name="Google Shape;140;p15"/>
          <p:cNvPicPr preferRelativeResize="0"/>
          <p:nvPr/>
        </p:nvPicPr>
        <p:blipFill>
          <a:blip r:embed="rId4">
            <a:alphaModFix/>
          </a:blip>
          <a:stretch>
            <a:fillRect/>
          </a:stretch>
        </p:blipFill>
        <p:spPr>
          <a:xfrm rot="-4131429">
            <a:off x="10515138" y="4973904"/>
            <a:ext cx="3367892" cy="493896"/>
          </a:xfrm>
          <a:prstGeom prst="rect">
            <a:avLst/>
          </a:prstGeom>
          <a:noFill/>
          <a:ln>
            <a:noFill/>
          </a:ln>
        </p:spPr>
      </p:pic>
    </p:spTree>
    <p:extLst>
      <p:ext uri="{BB962C8B-B14F-4D97-AF65-F5344CB8AC3E}">
        <p14:creationId xmlns:p14="http://schemas.microsoft.com/office/powerpoint/2010/main" val="24931539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ustom Layout 1 1 1 1">
  <p:cSld name="Custom Layout 1 1 1 1">
    <p:spTree>
      <p:nvGrpSpPr>
        <p:cNvPr id="1" name="Shape 141"/>
        <p:cNvGrpSpPr/>
        <p:nvPr/>
      </p:nvGrpSpPr>
      <p:grpSpPr>
        <a:xfrm>
          <a:off x="0" y="0"/>
          <a:ext cx="0" cy="0"/>
          <a:chOff x="0" y="0"/>
          <a:chExt cx="0" cy="0"/>
        </a:xfrm>
      </p:grpSpPr>
      <p:sp>
        <p:nvSpPr>
          <p:cNvPr id="142" name="Google Shape;142;p16"/>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3" name="Google Shape;143;p16"/>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44" name="Google Shape;144;p16"/>
          <p:cNvGrpSpPr/>
          <p:nvPr/>
        </p:nvGrpSpPr>
        <p:grpSpPr>
          <a:xfrm>
            <a:off x="-112065" y="192348"/>
            <a:ext cx="12416361" cy="6491851"/>
            <a:chOff x="-211800" y="484698"/>
            <a:chExt cx="23466600" cy="16358864"/>
          </a:xfrm>
        </p:grpSpPr>
        <p:cxnSp>
          <p:nvCxnSpPr>
            <p:cNvPr id="145" name="Google Shape;145;p16"/>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6" name="Google Shape;146;p16"/>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40965810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ustom Layout 1 1 1 1 1">
  <p:cSld name="Custom Layout 1 1 1 1 1">
    <p:spTree>
      <p:nvGrpSpPr>
        <p:cNvPr id="1" name="Shape 147"/>
        <p:cNvGrpSpPr/>
        <p:nvPr/>
      </p:nvGrpSpPr>
      <p:grpSpPr>
        <a:xfrm>
          <a:off x="0" y="0"/>
          <a:ext cx="0" cy="0"/>
          <a:chOff x="0" y="0"/>
          <a:chExt cx="0" cy="0"/>
        </a:xfrm>
      </p:grpSpPr>
      <p:sp>
        <p:nvSpPr>
          <p:cNvPr id="148" name="Google Shape;148;p17"/>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9" name="Google Shape;149;p1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0" name="Google Shape;150;p17"/>
          <p:cNvGrpSpPr/>
          <p:nvPr/>
        </p:nvGrpSpPr>
        <p:grpSpPr>
          <a:xfrm>
            <a:off x="-112065" y="192348"/>
            <a:ext cx="12416361" cy="6491851"/>
            <a:chOff x="-211800" y="484698"/>
            <a:chExt cx="23466600" cy="16358864"/>
          </a:xfrm>
        </p:grpSpPr>
        <p:cxnSp>
          <p:nvCxnSpPr>
            <p:cNvPr id="151" name="Google Shape;151;p1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2" name="Google Shape;152;p1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818339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Title and text">
    <p:spTree>
      <p:nvGrpSpPr>
        <p:cNvPr id="1" name="Shape 153"/>
        <p:cNvGrpSpPr/>
        <p:nvPr/>
      </p:nvGrpSpPr>
      <p:grpSpPr>
        <a:xfrm>
          <a:off x="0" y="0"/>
          <a:ext cx="0" cy="0"/>
          <a:chOff x="0" y="0"/>
          <a:chExt cx="0" cy="0"/>
        </a:xfrm>
      </p:grpSpPr>
      <p:sp>
        <p:nvSpPr>
          <p:cNvPr id="154" name="Google Shape;154;p18"/>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55" name="Google Shape;155;p18"/>
          <p:cNvSpPr txBox="1">
            <a:spLocks noGrp="1"/>
          </p:cNvSpPr>
          <p:nvPr>
            <p:ph type="body" idx="1"/>
          </p:nvPr>
        </p:nvSpPr>
        <p:spPr>
          <a:xfrm>
            <a:off x="241908" y="1070287"/>
            <a:ext cx="11703494" cy="1741731"/>
          </a:xfrm>
          <a:prstGeom prst="rect">
            <a:avLst/>
          </a:prstGeom>
        </p:spPr>
        <p:txBody>
          <a:bodyPr spcFirstLastPara="1" wrap="square" lIns="256000" tIns="256000" rIns="256000" bIns="256000" anchor="t" anchorCtr="0">
            <a:noAutofit/>
          </a:bodyPr>
          <a:lstStyle>
            <a:lvl1pPr marL="181417" lvl="0" indent="-176378" rtl="0">
              <a:lnSpc>
                <a:spcPct val="100000"/>
              </a:lnSpc>
              <a:spcBef>
                <a:spcPts val="0"/>
              </a:spcBef>
              <a:spcAft>
                <a:spcPts val="0"/>
              </a:spcAft>
              <a:buSzPts val="3400"/>
              <a:buChar char="●"/>
              <a:defRPr sz="1389"/>
            </a:lvl1pPr>
            <a:lvl2pPr marL="362834" lvl="1" indent="-176378" rtl="0">
              <a:spcBef>
                <a:spcPts val="0"/>
              </a:spcBef>
              <a:spcAft>
                <a:spcPts val="0"/>
              </a:spcAft>
              <a:buSzPts val="3400"/>
              <a:buChar char="○"/>
              <a:defRPr sz="1349"/>
            </a:lvl2pPr>
            <a:lvl3pPr marL="544251" lvl="2" indent="-176378" rtl="0">
              <a:spcBef>
                <a:spcPts val="0"/>
              </a:spcBef>
              <a:spcAft>
                <a:spcPts val="0"/>
              </a:spcAft>
              <a:buSzPts val="3400"/>
              <a:buChar char="■"/>
              <a:defRPr sz="1349"/>
            </a:lvl3pPr>
            <a:lvl4pPr marL="725668" lvl="3" indent="-176378" rtl="0">
              <a:spcBef>
                <a:spcPts val="0"/>
              </a:spcBef>
              <a:spcAft>
                <a:spcPts val="0"/>
              </a:spcAft>
              <a:buSzPts val="3400"/>
              <a:buChar char="●"/>
              <a:defRPr sz="1349"/>
            </a:lvl4pPr>
            <a:lvl5pPr marL="907085" lvl="4" indent="-176378" rtl="0">
              <a:spcBef>
                <a:spcPts val="0"/>
              </a:spcBef>
              <a:spcAft>
                <a:spcPts val="0"/>
              </a:spcAft>
              <a:buSzPts val="3400"/>
              <a:buChar char="○"/>
              <a:defRPr sz="1349"/>
            </a:lvl5pPr>
            <a:lvl6pPr marL="1088502" lvl="5" indent="-176378" rtl="0">
              <a:spcBef>
                <a:spcPts val="0"/>
              </a:spcBef>
              <a:spcAft>
                <a:spcPts val="0"/>
              </a:spcAft>
              <a:buSzPts val="3400"/>
              <a:buChar char="■"/>
              <a:defRPr sz="1349"/>
            </a:lvl6pPr>
            <a:lvl7pPr marL="1269919" lvl="6" indent="-176378" rtl="0">
              <a:spcBef>
                <a:spcPts val="0"/>
              </a:spcBef>
              <a:spcAft>
                <a:spcPts val="0"/>
              </a:spcAft>
              <a:buSzPts val="3400"/>
              <a:buChar char="●"/>
              <a:defRPr sz="1349"/>
            </a:lvl7pPr>
            <a:lvl8pPr marL="1451336" lvl="7" indent="-176378" rtl="0">
              <a:spcBef>
                <a:spcPts val="0"/>
              </a:spcBef>
              <a:spcAft>
                <a:spcPts val="0"/>
              </a:spcAft>
              <a:buSzPts val="3400"/>
              <a:buChar char="○"/>
              <a:defRPr sz="1349"/>
            </a:lvl8pPr>
            <a:lvl9pPr marL="1632753" lvl="8" indent="-176378" rtl="0">
              <a:spcBef>
                <a:spcPts val="0"/>
              </a:spcBef>
              <a:spcAft>
                <a:spcPts val="0"/>
              </a:spcAft>
              <a:buSzPts val="3400"/>
              <a:buChar char="■"/>
              <a:defRPr sz="1349"/>
            </a:lvl9pPr>
          </a:lstStyle>
          <a:p>
            <a:endParaRPr/>
          </a:p>
        </p:txBody>
      </p:sp>
      <p:cxnSp>
        <p:nvCxnSpPr>
          <p:cNvPr id="156" name="Google Shape;156;p18"/>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7" name="Google Shape;157;p18"/>
          <p:cNvGrpSpPr/>
          <p:nvPr/>
        </p:nvGrpSpPr>
        <p:grpSpPr>
          <a:xfrm>
            <a:off x="-112065" y="192348"/>
            <a:ext cx="12416361" cy="6491851"/>
            <a:chOff x="-211800" y="484698"/>
            <a:chExt cx="23466600" cy="16358864"/>
          </a:xfrm>
        </p:grpSpPr>
        <p:cxnSp>
          <p:nvCxnSpPr>
            <p:cNvPr id="158" name="Google Shape;158;p18"/>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9" name="Google Shape;159;p18"/>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60" name="Google Shape;160;p18"/>
          <p:cNvPicPr preferRelativeResize="0"/>
          <p:nvPr/>
        </p:nvPicPr>
        <p:blipFill>
          <a:blip r:embed="rId2">
            <a:alphaModFix/>
          </a:blip>
          <a:stretch>
            <a:fillRect/>
          </a:stretch>
        </p:blipFill>
        <p:spPr>
          <a:xfrm>
            <a:off x="11945416" y="2244428"/>
            <a:ext cx="2378763" cy="2264161"/>
          </a:xfrm>
          <a:prstGeom prst="rect">
            <a:avLst/>
          </a:prstGeom>
          <a:noFill/>
          <a:ln>
            <a:noFill/>
          </a:ln>
        </p:spPr>
      </p:pic>
      <p:pic>
        <p:nvPicPr>
          <p:cNvPr id="161" name="Google Shape;161;p18"/>
          <p:cNvPicPr preferRelativeResize="0"/>
          <p:nvPr/>
        </p:nvPicPr>
        <p:blipFill>
          <a:blip r:embed="rId3">
            <a:alphaModFix/>
          </a:blip>
          <a:stretch>
            <a:fillRect/>
          </a:stretch>
        </p:blipFill>
        <p:spPr>
          <a:xfrm rot="-3915739">
            <a:off x="-1755282" y="4830327"/>
            <a:ext cx="3367892" cy="493896"/>
          </a:xfrm>
          <a:prstGeom prst="rect">
            <a:avLst/>
          </a:prstGeom>
          <a:noFill/>
          <a:ln>
            <a:noFill/>
          </a:ln>
        </p:spPr>
      </p:pic>
    </p:spTree>
    <p:extLst>
      <p:ext uri="{BB962C8B-B14F-4D97-AF65-F5344CB8AC3E}">
        <p14:creationId xmlns:p14="http://schemas.microsoft.com/office/powerpoint/2010/main" val="6457598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1">
  <p:cSld name="Title and text 1">
    <p:spTree>
      <p:nvGrpSpPr>
        <p:cNvPr id="1" name="Shape 162"/>
        <p:cNvGrpSpPr/>
        <p:nvPr/>
      </p:nvGrpSpPr>
      <p:grpSpPr>
        <a:xfrm>
          <a:off x="0" y="0"/>
          <a:ext cx="0" cy="0"/>
          <a:chOff x="0" y="0"/>
          <a:chExt cx="0" cy="0"/>
        </a:xfrm>
      </p:grpSpPr>
      <p:sp>
        <p:nvSpPr>
          <p:cNvPr id="163" name="Google Shape;163;p19"/>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64" name="Google Shape;164;p19"/>
          <p:cNvSpPr txBox="1">
            <a:spLocks noGrp="1"/>
          </p:cNvSpPr>
          <p:nvPr>
            <p:ph type="subTitle" idx="1"/>
          </p:nvPr>
        </p:nvSpPr>
        <p:spPr>
          <a:xfrm>
            <a:off x="742496" y="932604"/>
            <a:ext cx="10706179" cy="1646846"/>
          </a:xfrm>
          <a:prstGeom prst="rect">
            <a:avLst/>
          </a:prstGeom>
        </p:spPr>
        <p:txBody>
          <a:bodyPr spcFirstLastPara="1" wrap="square" lIns="256000" tIns="256000" rIns="256000" bIns="256000" anchor="t" anchorCtr="0">
            <a:noAutofit/>
          </a:bodyPr>
          <a:lstStyle>
            <a:lvl1pPr lvl="0" algn="ctr" rtl="0">
              <a:lnSpc>
                <a:spcPct val="100000"/>
              </a:lnSpc>
              <a:spcBef>
                <a:spcPts val="0"/>
              </a:spcBef>
              <a:spcAft>
                <a:spcPts val="0"/>
              </a:spcAft>
              <a:buSzPts val="3500"/>
              <a:buNone/>
              <a:defRPr sz="1389"/>
            </a:lvl1pPr>
            <a:lvl2pPr lvl="1" algn="ctr" rtl="0">
              <a:lnSpc>
                <a:spcPct val="100000"/>
              </a:lnSpc>
              <a:spcBef>
                <a:spcPts val="0"/>
              </a:spcBef>
              <a:spcAft>
                <a:spcPts val="0"/>
              </a:spcAft>
              <a:buSzPts val="3500"/>
              <a:buNone/>
              <a:defRPr sz="1389"/>
            </a:lvl2pPr>
            <a:lvl3pPr lvl="2" algn="ctr" rtl="0">
              <a:lnSpc>
                <a:spcPct val="100000"/>
              </a:lnSpc>
              <a:spcBef>
                <a:spcPts val="0"/>
              </a:spcBef>
              <a:spcAft>
                <a:spcPts val="0"/>
              </a:spcAft>
              <a:buSzPts val="3500"/>
              <a:buNone/>
              <a:defRPr sz="1389"/>
            </a:lvl3pPr>
            <a:lvl4pPr lvl="3" algn="ctr" rtl="0">
              <a:lnSpc>
                <a:spcPct val="100000"/>
              </a:lnSpc>
              <a:spcBef>
                <a:spcPts val="0"/>
              </a:spcBef>
              <a:spcAft>
                <a:spcPts val="0"/>
              </a:spcAft>
              <a:buSzPts val="3500"/>
              <a:buNone/>
              <a:defRPr sz="1389"/>
            </a:lvl4pPr>
            <a:lvl5pPr lvl="4" algn="ctr" rtl="0">
              <a:lnSpc>
                <a:spcPct val="100000"/>
              </a:lnSpc>
              <a:spcBef>
                <a:spcPts val="0"/>
              </a:spcBef>
              <a:spcAft>
                <a:spcPts val="0"/>
              </a:spcAft>
              <a:buSzPts val="3500"/>
              <a:buNone/>
              <a:defRPr sz="1389"/>
            </a:lvl5pPr>
            <a:lvl6pPr lvl="5" algn="ctr" rtl="0">
              <a:lnSpc>
                <a:spcPct val="100000"/>
              </a:lnSpc>
              <a:spcBef>
                <a:spcPts val="0"/>
              </a:spcBef>
              <a:spcAft>
                <a:spcPts val="0"/>
              </a:spcAft>
              <a:buSzPts val="3500"/>
              <a:buNone/>
              <a:defRPr sz="1389"/>
            </a:lvl6pPr>
            <a:lvl7pPr lvl="6" algn="ctr" rtl="0">
              <a:lnSpc>
                <a:spcPct val="100000"/>
              </a:lnSpc>
              <a:spcBef>
                <a:spcPts val="0"/>
              </a:spcBef>
              <a:spcAft>
                <a:spcPts val="0"/>
              </a:spcAft>
              <a:buSzPts val="3500"/>
              <a:buNone/>
              <a:defRPr sz="1389"/>
            </a:lvl7pPr>
            <a:lvl8pPr lvl="7" algn="ctr" rtl="0">
              <a:lnSpc>
                <a:spcPct val="100000"/>
              </a:lnSpc>
              <a:spcBef>
                <a:spcPts val="0"/>
              </a:spcBef>
              <a:spcAft>
                <a:spcPts val="0"/>
              </a:spcAft>
              <a:buSzPts val="3500"/>
              <a:buNone/>
              <a:defRPr sz="1389"/>
            </a:lvl8pPr>
            <a:lvl9pPr lvl="8" algn="ctr" rtl="0">
              <a:lnSpc>
                <a:spcPct val="100000"/>
              </a:lnSpc>
              <a:spcBef>
                <a:spcPts val="0"/>
              </a:spcBef>
              <a:spcAft>
                <a:spcPts val="0"/>
              </a:spcAft>
              <a:buSzPts val="3500"/>
              <a:buNone/>
              <a:defRPr sz="1389"/>
            </a:lvl9pPr>
          </a:lstStyle>
          <a:p>
            <a:endParaRPr/>
          </a:p>
        </p:txBody>
      </p:sp>
      <p:pic>
        <p:nvPicPr>
          <p:cNvPr id="165" name="Google Shape;165;p19"/>
          <p:cNvPicPr preferRelativeResize="0"/>
          <p:nvPr/>
        </p:nvPicPr>
        <p:blipFill>
          <a:blip r:embed="rId2">
            <a:alphaModFix/>
          </a:blip>
          <a:stretch>
            <a:fillRect/>
          </a:stretch>
        </p:blipFill>
        <p:spPr>
          <a:xfrm>
            <a:off x="-1426779" y="4467534"/>
            <a:ext cx="2135135" cy="2032270"/>
          </a:xfrm>
          <a:prstGeom prst="rect">
            <a:avLst/>
          </a:prstGeom>
          <a:noFill/>
          <a:ln>
            <a:noFill/>
          </a:ln>
        </p:spPr>
      </p:pic>
      <p:grpSp>
        <p:nvGrpSpPr>
          <p:cNvPr id="166" name="Google Shape;166;p19"/>
          <p:cNvGrpSpPr/>
          <p:nvPr/>
        </p:nvGrpSpPr>
        <p:grpSpPr>
          <a:xfrm>
            <a:off x="582954" y="5491415"/>
            <a:ext cx="1384204" cy="882871"/>
            <a:chOff x="3089625" y="1360075"/>
            <a:chExt cx="1869050" cy="1589450"/>
          </a:xfrm>
        </p:grpSpPr>
        <p:sp>
          <p:nvSpPr>
            <p:cNvPr id="167" name="Google Shape;167;p19"/>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8" name="Google Shape;168;p19"/>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9" name="Google Shape;169;p19"/>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0" name="Google Shape;170;p19"/>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71" name="Google Shape;171;p19"/>
          <p:cNvPicPr preferRelativeResize="0"/>
          <p:nvPr/>
        </p:nvPicPr>
        <p:blipFill>
          <a:blip r:embed="rId3">
            <a:alphaModFix/>
          </a:blip>
          <a:stretch>
            <a:fillRect/>
          </a:stretch>
        </p:blipFill>
        <p:spPr>
          <a:xfrm rot="-3915739">
            <a:off x="10408959" y="4741197"/>
            <a:ext cx="3367892" cy="493896"/>
          </a:xfrm>
          <a:prstGeom prst="rect">
            <a:avLst/>
          </a:prstGeom>
          <a:noFill/>
          <a:ln>
            <a:noFill/>
          </a:ln>
        </p:spPr>
      </p:pic>
      <p:pic>
        <p:nvPicPr>
          <p:cNvPr id="172" name="Google Shape;172;p19"/>
          <p:cNvPicPr preferRelativeResize="0"/>
          <p:nvPr/>
        </p:nvPicPr>
        <p:blipFill>
          <a:blip r:embed="rId4">
            <a:alphaModFix/>
          </a:blip>
          <a:stretch>
            <a:fillRect/>
          </a:stretch>
        </p:blipFill>
        <p:spPr>
          <a:xfrm>
            <a:off x="3681532" y="5336020"/>
            <a:ext cx="1036562" cy="777439"/>
          </a:xfrm>
          <a:prstGeom prst="rect">
            <a:avLst/>
          </a:prstGeom>
          <a:noFill/>
          <a:ln>
            <a:noFill/>
          </a:ln>
        </p:spPr>
      </p:pic>
      <p:grpSp>
        <p:nvGrpSpPr>
          <p:cNvPr id="173" name="Google Shape;173;p19"/>
          <p:cNvGrpSpPr/>
          <p:nvPr/>
        </p:nvGrpSpPr>
        <p:grpSpPr>
          <a:xfrm>
            <a:off x="7941982" y="5663295"/>
            <a:ext cx="5835689" cy="1366836"/>
            <a:chOff x="12013575" y="13837850"/>
            <a:chExt cx="11029300" cy="3444300"/>
          </a:xfrm>
        </p:grpSpPr>
        <p:sp>
          <p:nvSpPr>
            <p:cNvPr id="174" name="Google Shape;174;p19"/>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175" name="Google Shape;175;p19"/>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6" name="Google Shape;176;p19"/>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7" name="Google Shape;177;p19"/>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8" name="Google Shape;178;p19"/>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9" name="Google Shape;179;p19"/>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0" name="Google Shape;180;p19"/>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1" name="Google Shape;181;p19"/>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2" name="Google Shape;182;p19"/>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3" name="Google Shape;183;p19"/>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4" name="Google Shape;184;p19"/>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5" name="Google Shape;185;p19"/>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6" name="Google Shape;186;p19"/>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7" name="Google Shape;187;p19"/>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8" name="Google Shape;188;p19"/>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9" name="Google Shape;189;p19"/>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0" name="Google Shape;190;p19"/>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1" name="Google Shape;191;p19"/>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2" name="Google Shape;192;p19"/>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3" name="Google Shape;193;p19"/>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4" name="Google Shape;194;p19"/>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5" name="Google Shape;195;p19"/>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6" name="Google Shape;196;p19"/>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7" name="Google Shape;197;p19"/>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8" name="Google Shape;198;p19"/>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9" name="Google Shape;199;p19"/>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0" name="Google Shape;200;p19"/>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1" name="Google Shape;201;p19"/>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2" name="Google Shape;202;p19"/>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3" name="Google Shape;203;p19"/>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4" name="Google Shape;204;p19"/>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5" name="Google Shape;205;p19"/>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6" name="Google Shape;206;p19"/>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grpSp>
        <p:nvGrpSpPr>
          <p:cNvPr id="207" name="Google Shape;207;p19"/>
          <p:cNvGrpSpPr/>
          <p:nvPr/>
        </p:nvGrpSpPr>
        <p:grpSpPr>
          <a:xfrm>
            <a:off x="-112065" y="192348"/>
            <a:ext cx="12416361" cy="6491851"/>
            <a:chOff x="-211800" y="484698"/>
            <a:chExt cx="23466600" cy="16358864"/>
          </a:xfrm>
        </p:grpSpPr>
        <p:cxnSp>
          <p:nvCxnSpPr>
            <p:cNvPr id="208" name="Google Shape;208;p19"/>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209" name="Google Shape;209;p19"/>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4527590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064486" y="1760159"/>
            <a:ext cx="10063154" cy="1989954"/>
          </a:xfrm>
          <a:prstGeom prst="rect">
            <a:avLst/>
          </a:prstGeom>
        </p:spPr>
        <p:txBody>
          <a:bodyPr spcFirstLastPara="1" wrap="square" lIns="256000" tIns="256000" rIns="256000" bIns="256000" anchor="b" anchorCtr="0">
            <a:noAutofit/>
          </a:bodyPr>
          <a:lstStyle>
            <a:lvl1pPr lvl="0" algn="ctr">
              <a:spcBef>
                <a:spcPts val="0"/>
              </a:spcBef>
              <a:spcAft>
                <a:spcPts val="0"/>
              </a:spcAft>
              <a:buSzPts val="14600"/>
              <a:buNone/>
              <a:defRPr sz="5793"/>
            </a:lvl1pPr>
            <a:lvl2pPr lvl="1" algn="ctr">
              <a:spcBef>
                <a:spcPts val="0"/>
              </a:spcBef>
              <a:spcAft>
                <a:spcPts val="0"/>
              </a:spcAft>
              <a:buSzPts val="14600"/>
              <a:buNone/>
              <a:defRPr sz="5793"/>
            </a:lvl2pPr>
            <a:lvl3pPr lvl="2" algn="ctr">
              <a:spcBef>
                <a:spcPts val="0"/>
              </a:spcBef>
              <a:spcAft>
                <a:spcPts val="0"/>
              </a:spcAft>
              <a:buSzPts val="14600"/>
              <a:buNone/>
              <a:defRPr sz="5793"/>
            </a:lvl3pPr>
            <a:lvl4pPr lvl="3" algn="ctr">
              <a:spcBef>
                <a:spcPts val="0"/>
              </a:spcBef>
              <a:spcAft>
                <a:spcPts val="0"/>
              </a:spcAft>
              <a:buSzPts val="14600"/>
              <a:buNone/>
              <a:defRPr sz="5793"/>
            </a:lvl4pPr>
            <a:lvl5pPr lvl="4" algn="ctr">
              <a:spcBef>
                <a:spcPts val="0"/>
              </a:spcBef>
              <a:spcAft>
                <a:spcPts val="0"/>
              </a:spcAft>
              <a:buSzPts val="14600"/>
              <a:buNone/>
              <a:defRPr sz="5793"/>
            </a:lvl5pPr>
            <a:lvl6pPr lvl="5" algn="ctr">
              <a:spcBef>
                <a:spcPts val="0"/>
              </a:spcBef>
              <a:spcAft>
                <a:spcPts val="0"/>
              </a:spcAft>
              <a:buSzPts val="14600"/>
              <a:buNone/>
              <a:defRPr sz="5793"/>
            </a:lvl6pPr>
            <a:lvl7pPr lvl="6" algn="ctr">
              <a:spcBef>
                <a:spcPts val="0"/>
              </a:spcBef>
              <a:spcAft>
                <a:spcPts val="0"/>
              </a:spcAft>
              <a:buSzPts val="14600"/>
              <a:buNone/>
              <a:defRPr sz="5793"/>
            </a:lvl7pPr>
            <a:lvl8pPr lvl="7" algn="ctr">
              <a:spcBef>
                <a:spcPts val="0"/>
              </a:spcBef>
              <a:spcAft>
                <a:spcPts val="0"/>
              </a:spcAft>
              <a:buSzPts val="14600"/>
              <a:buNone/>
              <a:defRPr sz="5793"/>
            </a:lvl8pPr>
            <a:lvl9pPr lvl="8" algn="ctr">
              <a:spcBef>
                <a:spcPts val="0"/>
              </a:spcBef>
              <a:spcAft>
                <a:spcPts val="0"/>
              </a:spcAft>
              <a:buSzPts val="14600"/>
              <a:buNone/>
              <a:defRPr sz="5793"/>
            </a:lvl9pPr>
          </a:lstStyle>
          <a:p>
            <a:endParaRPr/>
          </a:p>
        </p:txBody>
      </p:sp>
      <p:sp>
        <p:nvSpPr>
          <p:cNvPr id="10" name="Google Shape;10;p2"/>
          <p:cNvSpPr txBox="1">
            <a:spLocks noGrp="1"/>
          </p:cNvSpPr>
          <p:nvPr>
            <p:ph type="subTitle" idx="1"/>
          </p:nvPr>
        </p:nvSpPr>
        <p:spPr>
          <a:xfrm>
            <a:off x="1421157" y="3799356"/>
            <a:ext cx="9349652" cy="1056825"/>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7800"/>
              <a:buNone/>
              <a:defRPr sz="2897">
                <a:solidFill>
                  <a:srgbClr val="191919"/>
                </a:solidFill>
                <a:latin typeface="Anaheim"/>
                <a:ea typeface="Anaheim"/>
                <a:cs typeface="Anaheim"/>
                <a:sym typeface="Anaheim"/>
              </a:defRPr>
            </a:lvl1pPr>
            <a:lvl2pPr lvl="1" algn="ctr">
              <a:lnSpc>
                <a:spcPct val="100000"/>
              </a:lnSpc>
              <a:spcBef>
                <a:spcPts val="0"/>
              </a:spcBef>
              <a:spcAft>
                <a:spcPts val="0"/>
              </a:spcAft>
              <a:buSzPts val="7800"/>
              <a:buNone/>
              <a:defRPr sz="3095"/>
            </a:lvl2pPr>
            <a:lvl3pPr lvl="2" algn="ctr">
              <a:lnSpc>
                <a:spcPct val="100000"/>
              </a:lnSpc>
              <a:spcBef>
                <a:spcPts val="0"/>
              </a:spcBef>
              <a:spcAft>
                <a:spcPts val="0"/>
              </a:spcAft>
              <a:buSzPts val="7800"/>
              <a:buNone/>
              <a:defRPr sz="3095"/>
            </a:lvl3pPr>
            <a:lvl4pPr lvl="3" algn="ctr">
              <a:lnSpc>
                <a:spcPct val="100000"/>
              </a:lnSpc>
              <a:spcBef>
                <a:spcPts val="0"/>
              </a:spcBef>
              <a:spcAft>
                <a:spcPts val="0"/>
              </a:spcAft>
              <a:buSzPts val="7800"/>
              <a:buNone/>
              <a:defRPr sz="3095"/>
            </a:lvl4pPr>
            <a:lvl5pPr lvl="4" algn="ctr">
              <a:lnSpc>
                <a:spcPct val="100000"/>
              </a:lnSpc>
              <a:spcBef>
                <a:spcPts val="0"/>
              </a:spcBef>
              <a:spcAft>
                <a:spcPts val="0"/>
              </a:spcAft>
              <a:buSzPts val="7800"/>
              <a:buNone/>
              <a:defRPr sz="3095"/>
            </a:lvl5pPr>
            <a:lvl6pPr lvl="5" algn="ctr">
              <a:lnSpc>
                <a:spcPct val="100000"/>
              </a:lnSpc>
              <a:spcBef>
                <a:spcPts val="0"/>
              </a:spcBef>
              <a:spcAft>
                <a:spcPts val="0"/>
              </a:spcAft>
              <a:buSzPts val="7800"/>
              <a:buNone/>
              <a:defRPr sz="3095"/>
            </a:lvl6pPr>
            <a:lvl7pPr lvl="6" algn="ctr">
              <a:lnSpc>
                <a:spcPct val="100000"/>
              </a:lnSpc>
              <a:spcBef>
                <a:spcPts val="0"/>
              </a:spcBef>
              <a:spcAft>
                <a:spcPts val="0"/>
              </a:spcAft>
              <a:buSzPts val="7800"/>
              <a:buNone/>
              <a:defRPr sz="3095"/>
            </a:lvl7pPr>
            <a:lvl8pPr lvl="7" algn="ctr">
              <a:lnSpc>
                <a:spcPct val="100000"/>
              </a:lnSpc>
              <a:spcBef>
                <a:spcPts val="0"/>
              </a:spcBef>
              <a:spcAft>
                <a:spcPts val="0"/>
              </a:spcAft>
              <a:buSzPts val="7800"/>
              <a:buNone/>
              <a:defRPr sz="3095"/>
            </a:lvl8pPr>
            <a:lvl9pPr lvl="8" algn="ctr">
              <a:lnSpc>
                <a:spcPct val="100000"/>
              </a:lnSpc>
              <a:spcBef>
                <a:spcPts val="0"/>
              </a:spcBef>
              <a:spcAft>
                <a:spcPts val="0"/>
              </a:spcAft>
              <a:buSzPts val="7800"/>
              <a:buNone/>
              <a:defRPr sz="3095"/>
            </a:lvl9pPr>
          </a:lstStyle>
          <a:p>
            <a:endParaRPr/>
          </a:p>
        </p:txBody>
      </p:sp>
      <p:pic>
        <p:nvPicPr>
          <p:cNvPr id="11" name="Google Shape;11;p2"/>
          <p:cNvPicPr preferRelativeResize="0"/>
          <p:nvPr/>
        </p:nvPicPr>
        <p:blipFill>
          <a:blip r:embed="rId2">
            <a:alphaModFix/>
          </a:blip>
          <a:stretch>
            <a:fillRect/>
          </a:stretch>
        </p:blipFill>
        <p:spPr>
          <a:xfrm>
            <a:off x="11739923" y="2297044"/>
            <a:ext cx="2378763" cy="2264161"/>
          </a:xfrm>
          <a:prstGeom prst="rect">
            <a:avLst/>
          </a:prstGeom>
          <a:noFill/>
          <a:ln>
            <a:noFill/>
          </a:ln>
        </p:spPr>
      </p:pic>
      <p:grpSp>
        <p:nvGrpSpPr>
          <p:cNvPr id="12" name="Google Shape;12;p2"/>
          <p:cNvGrpSpPr/>
          <p:nvPr/>
        </p:nvGrpSpPr>
        <p:grpSpPr>
          <a:xfrm>
            <a:off x="-112065" y="192348"/>
            <a:ext cx="12416361" cy="6491851"/>
            <a:chOff x="-211800" y="484698"/>
            <a:chExt cx="23466600" cy="16358864"/>
          </a:xfrm>
        </p:grpSpPr>
        <p:cxnSp>
          <p:nvCxnSpPr>
            <p:cNvPr id="13" name="Google Shape;13;p2"/>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 name="Google Shape;14;p2"/>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15" name="Google Shape;15;p2"/>
          <p:cNvGrpSpPr/>
          <p:nvPr/>
        </p:nvGrpSpPr>
        <p:grpSpPr>
          <a:xfrm>
            <a:off x="2760428" y="64219"/>
            <a:ext cx="1036551" cy="963398"/>
            <a:chOff x="5953600" y="2687775"/>
            <a:chExt cx="1399625" cy="1734425"/>
          </a:xfrm>
        </p:grpSpPr>
        <p:sp>
          <p:nvSpPr>
            <p:cNvPr id="16" name="Google Shape;16;p2"/>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 name="Google Shape;17;p2"/>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8" name="Google Shape;18;p2"/>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9" name="Google Shape;19;p2"/>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20" name="Google Shape;20;p2"/>
          <p:cNvGrpSpPr/>
          <p:nvPr/>
        </p:nvGrpSpPr>
        <p:grpSpPr>
          <a:xfrm>
            <a:off x="10038144" y="104486"/>
            <a:ext cx="1384204" cy="882871"/>
            <a:chOff x="3089625" y="1360075"/>
            <a:chExt cx="1869050" cy="1589450"/>
          </a:xfrm>
        </p:grpSpPr>
        <p:sp>
          <p:nvSpPr>
            <p:cNvPr id="21" name="Google Shape;21;p2"/>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2" name="Google Shape;22;p2"/>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3" name="Google Shape;23;p2"/>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4" name="Google Shape;24;p2"/>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spTree>
    <p:extLst>
      <p:ext uri="{BB962C8B-B14F-4D97-AF65-F5344CB8AC3E}">
        <p14:creationId xmlns:p14="http://schemas.microsoft.com/office/powerpoint/2010/main" val="251087064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5"/>
        <p:cNvGrpSpPr/>
        <p:nvPr/>
      </p:nvGrpSpPr>
      <p:grpSpPr>
        <a:xfrm>
          <a:off x="0" y="0"/>
          <a:ext cx="0" cy="0"/>
          <a:chOff x="0" y="0"/>
          <a:chExt cx="0" cy="0"/>
        </a:xfrm>
      </p:grpSpPr>
      <p:sp>
        <p:nvSpPr>
          <p:cNvPr id="26" name="Google Shape;26;p3"/>
          <p:cNvSpPr txBox="1">
            <a:spLocks noGrp="1"/>
          </p:cNvSpPr>
          <p:nvPr>
            <p:ph type="title"/>
          </p:nvPr>
        </p:nvSpPr>
        <p:spPr>
          <a:xfrm>
            <a:off x="415606" y="2867904"/>
            <a:ext cx="11360950" cy="1122422"/>
          </a:xfrm>
          <a:prstGeom prst="rect">
            <a:avLst/>
          </a:prstGeom>
        </p:spPr>
        <p:txBody>
          <a:bodyPr spcFirstLastPara="1" wrap="square" lIns="256000" tIns="256000" rIns="256000" bIns="256000" anchor="ctr" anchorCtr="0">
            <a:noAutofit/>
          </a:bodyPr>
          <a:lstStyle>
            <a:lvl1pPr lvl="0" algn="ctr">
              <a:spcBef>
                <a:spcPts val="0"/>
              </a:spcBef>
              <a:spcAft>
                <a:spcPts val="0"/>
              </a:spcAft>
              <a:buSzPts val="10100"/>
              <a:buNone/>
              <a:defRPr sz="4008"/>
            </a:lvl1pPr>
            <a:lvl2pPr lvl="1" algn="ctr">
              <a:spcBef>
                <a:spcPts val="0"/>
              </a:spcBef>
              <a:spcAft>
                <a:spcPts val="0"/>
              </a:spcAft>
              <a:buSzPts val="10100"/>
              <a:buNone/>
              <a:defRPr sz="4008"/>
            </a:lvl2pPr>
            <a:lvl3pPr lvl="2" algn="ctr">
              <a:spcBef>
                <a:spcPts val="0"/>
              </a:spcBef>
              <a:spcAft>
                <a:spcPts val="0"/>
              </a:spcAft>
              <a:buSzPts val="10100"/>
              <a:buNone/>
              <a:defRPr sz="4008"/>
            </a:lvl3pPr>
            <a:lvl4pPr lvl="3" algn="ctr">
              <a:spcBef>
                <a:spcPts val="0"/>
              </a:spcBef>
              <a:spcAft>
                <a:spcPts val="0"/>
              </a:spcAft>
              <a:buSzPts val="10100"/>
              <a:buNone/>
              <a:defRPr sz="4008"/>
            </a:lvl4pPr>
            <a:lvl5pPr lvl="4" algn="ctr">
              <a:spcBef>
                <a:spcPts val="0"/>
              </a:spcBef>
              <a:spcAft>
                <a:spcPts val="0"/>
              </a:spcAft>
              <a:buSzPts val="10100"/>
              <a:buNone/>
              <a:defRPr sz="4008"/>
            </a:lvl5pPr>
            <a:lvl6pPr lvl="5" algn="ctr">
              <a:spcBef>
                <a:spcPts val="0"/>
              </a:spcBef>
              <a:spcAft>
                <a:spcPts val="0"/>
              </a:spcAft>
              <a:buSzPts val="10100"/>
              <a:buNone/>
              <a:defRPr sz="4008"/>
            </a:lvl6pPr>
            <a:lvl7pPr lvl="6" algn="ctr">
              <a:spcBef>
                <a:spcPts val="0"/>
              </a:spcBef>
              <a:spcAft>
                <a:spcPts val="0"/>
              </a:spcAft>
              <a:buSzPts val="10100"/>
              <a:buNone/>
              <a:defRPr sz="4008"/>
            </a:lvl7pPr>
            <a:lvl8pPr lvl="7" algn="ctr">
              <a:spcBef>
                <a:spcPts val="0"/>
              </a:spcBef>
              <a:spcAft>
                <a:spcPts val="0"/>
              </a:spcAft>
              <a:buSzPts val="10100"/>
              <a:buNone/>
              <a:defRPr sz="4008"/>
            </a:lvl8pPr>
            <a:lvl9pPr lvl="8" algn="ctr">
              <a:spcBef>
                <a:spcPts val="0"/>
              </a:spcBef>
              <a:spcAft>
                <a:spcPts val="0"/>
              </a:spcAft>
              <a:buSzPts val="10100"/>
              <a:buNone/>
              <a:defRPr sz="4008"/>
            </a:lvl9pPr>
          </a:lstStyle>
          <a:p>
            <a:endParaRPr/>
          </a:p>
        </p:txBody>
      </p:sp>
    </p:spTree>
    <p:extLst>
      <p:ext uri="{BB962C8B-B14F-4D97-AF65-F5344CB8AC3E}">
        <p14:creationId xmlns:p14="http://schemas.microsoft.com/office/powerpoint/2010/main" val="31995920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29" name="Google Shape;29;p4"/>
          <p:cNvSpPr txBox="1">
            <a:spLocks noGrp="1"/>
          </p:cNvSpPr>
          <p:nvPr>
            <p:ph type="body" idx="1"/>
          </p:nvPr>
        </p:nvSpPr>
        <p:spPr>
          <a:xfrm>
            <a:off x="246736" y="1070287"/>
            <a:ext cx="11698732" cy="3212856"/>
          </a:xfrm>
          <a:prstGeom prst="rect">
            <a:avLst/>
          </a:prstGeom>
        </p:spPr>
        <p:txBody>
          <a:bodyPr spcFirstLastPara="1" wrap="square" lIns="256000" tIns="256000" rIns="256000" bIns="256000" anchor="t" anchorCtr="0">
            <a:noAutofit/>
          </a:bodyPr>
          <a:lstStyle>
            <a:lvl1pPr marL="181417" lvl="0" indent="-178897">
              <a:lnSpc>
                <a:spcPct val="100000"/>
              </a:lnSpc>
              <a:spcBef>
                <a:spcPts val="0"/>
              </a:spcBef>
              <a:spcAft>
                <a:spcPts val="0"/>
              </a:spcAft>
              <a:buClr>
                <a:srgbClr val="AAB7BA"/>
              </a:buClr>
              <a:buSzPts val="3500"/>
              <a:buFont typeface="Inconsolata"/>
              <a:buChar char="○"/>
              <a:defRPr sz="1389"/>
            </a:lvl1pPr>
            <a:lvl2pPr marL="362834" lvl="1" indent="-178897">
              <a:lnSpc>
                <a:spcPct val="100000"/>
              </a:lnSpc>
              <a:spcBef>
                <a:spcPts val="0"/>
              </a:spcBef>
              <a:spcAft>
                <a:spcPts val="0"/>
              </a:spcAft>
              <a:buClr>
                <a:srgbClr val="434343"/>
              </a:buClr>
              <a:buSzPts val="3500"/>
              <a:buFont typeface="Inconsolata"/>
              <a:buChar char="○"/>
              <a:defRPr/>
            </a:lvl2pPr>
            <a:lvl3pPr marL="544251" lvl="2" indent="-178897">
              <a:lnSpc>
                <a:spcPct val="100000"/>
              </a:lnSpc>
              <a:spcBef>
                <a:spcPts val="0"/>
              </a:spcBef>
              <a:spcAft>
                <a:spcPts val="0"/>
              </a:spcAft>
              <a:buClr>
                <a:srgbClr val="434343"/>
              </a:buClr>
              <a:buSzPts val="3500"/>
              <a:buFont typeface="Inconsolata"/>
              <a:buChar char="■"/>
              <a:defRPr/>
            </a:lvl3pPr>
            <a:lvl4pPr marL="725668" lvl="3" indent="-178897">
              <a:lnSpc>
                <a:spcPct val="100000"/>
              </a:lnSpc>
              <a:spcBef>
                <a:spcPts val="0"/>
              </a:spcBef>
              <a:spcAft>
                <a:spcPts val="0"/>
              </a:spcAft>
              <a:buClr>
                <a:srgbClr val="434343"/>
              </a:buClr>
              <a:buSzPts val="3500"/>
              <a:buFont typeface="Inconsolata"/>
              <a:buChar char="●"/>
              <a:defRPr/>
            </a:lvl4pPr>
            <a:lvl5pPr marL="907085" lvl="4" indent="-178897">
              <a:lnSpc>
                <a:spcPct val="100000"/>
              </a:lnSpc>
              <a:spcBef>
                <a:spcPts val="0"/>
              </a:spcBef>
              <a:spcAft>
                <a:spcPts val="0"/>
              </a:spcAft>
              <a:buClr>
                <a:srgbClr val="434343"/>
              </a:buClr>
              <a:buSzPts val="3500"/>
              <a:buFont typeface="Inconsolata"/>
              <a:buChar char="○"/>
              <a:defRPr/>
            </a:lvl5pPr>
            <a:lvl6pPr marL="1088502" lvl="5" indent="-178897">
              <a:lnSpc>
                <a:spcPct val="100000"/>
              </a:lnSpc>
              <a:spcBef>
                <a:spcPts val="0"/>
              </a:spcBef>
              <a:spcAft>
                <a:spcPts val="0"/>
              </a:spcAft>
              <a:buClr>
                <a:srgbClr val="434343"/>
              </a:buClr>
              <a:buSzPts val="3500"/>
              <a:buFont typeface="Inconsolata"/>
              <a:buChar char="■"/>
              <a:defRPr/>
            </a:lvl6pPr>
            <a:lvl7pPr marL="1269919" lvl="6" indent="-178897">
              <a:lnSpc>
                <a:spcPct val="100000"/>
              </a:lnSpc>
              <a:spcBef>
                <a:spcPts val="0"/>
              </a:spcBef>
              <a:spcAft>
                <a:spcPts val="0"/>
              </a:spcAft>
              <a:buClr>
                <a:srgbClr val="434343"/>
              </a:buClr>
              <a:buSzPts val="3500"/>
              <a:buFont typeface="Inconsolata"/>
              <a:buChar char="●"/>
              <a:defRPr/>
            </a:lvl7pPr>
            <a:lvl8pPr marL="1451336" lvl="7" indent="-178897">
              <a:lnSpc>
                <a:spcPct val="100000"/>
              </a:lnSpc>
              <a:spcBef>
                <a:spcPts val="0"/>
              </a:spcBef>
              <a:spcAft>
                <a:spcPts val="0"/>
              </a:spcAft>
              <a:buClr>
                <a:srgbClr val="434343"/>
              </a:buClr>
              <a:buSzPts val="3500"/>
              <a:buFont typeface="Inconsolata"/>
              <a:buChar char="○"/>
              <a:defRPr/>
            </a:lvl8pPr>
            <a:lvl9pPr marL="1632753" lvl="8" indent="-178897">
              <a:lnSpc>
                <a:spcPct val="100000"/>
              </a:lnSpc>
              <a:spcBef>
                <a:spcPts val="0"/>
              </a:spcBef>
              <a:spcAft>
                <a:spcPts val="0"/>
              </a:spcAft>
              <a:buClr>
                <a:srgbClr val="434343"/>
              </a:buClr>
              <a:buSzPts val="3500"/>
              <a:buFont typeface="Inconsolata"/>
              <a:buChar char="■"/>
              <a:defRPr/>
            </a:lvl9pPr>
          </a:lstStyle>
          <a:p>
            <a:endParaRPr/>
          </a:p>
        </p:txBody>
      </p:sp>
      <p:grpSp>
        <p:nvGrpSpPr>
          <p:cNvPr id="30" name="Google Shape;30;p4"/>
          <p:cNvGrpSpPr/>
          <p:nvPr/>
        </p:nvGrpSpPr>
        <p:grpSpPr>
          <a:xfrm>
            <a:off x="-112065" y="192348"/>
            <a:ext cx="12416361" cy="6491851"/>
            <a:chOff x="-211800" y="484698"/>
            <a:chExt cx="23466600" cy="16358864"/>
          </a:xfrm>
        </p:grpSpPr>
        <p:cxnSp>
          <p:nvCxnSpPr>
            <p:cNvPr id="31" name="Google Shape;31;p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32" name="Google Shape;32;p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2647583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415606" y="593388"/>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35" name="Google Shape;35;p5"/>
          <p:cNvSpPr txBox="1">
            <a:spLocks noGrp="1"/>
          </p:cNvSpPr>
          <p:nvPr>
            <p:ph type="body" idx="1"/>
          </p:nvPr>
        </p:nvSpPr>
        <p:spPr>
          <a:xfrm>
            <a:off x="415606"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
        <p:nvSpPr>
          <p:cNvPr id="36" name="Google Shape;36;p5"/>
          <p:cNvSpPr txBox="1">
            <a:spLocks noGrp="1"/>
          </p:cNvSpPr>
          <p:nvPr>
            <p:ph type="body" idx="2"/>
          </p:nvPr>
        </p:nvSpPr>
        <p:spPr>
          <a:xfrm>
            <a:off x="6443287"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Tree>
    <p:extLst>
      <p:ext uri="{BB962C8B-B14F-4D97-AF65-F5344CB8AC3E}">
        <p14:creationId xmlns:p14="http://schemas.microsoft.com/office/powerpoint/2010/main" val="195147906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a:spcBef>
                <a:spcPts val="0"/>
              </a:spcBef>
              <a:spcAft>
                <a:spcPts val="0"/>
              </a:spcAft>
              <a:buSzPts val="7800"/>
              <a:buNone/>
              <a:defRPr b="1"/>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cxnSp>
        <p:nvCxnSpPr>
          <p:cNvPr id="39" name="Google Shape;39;p6"/>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40" name="Google Shape;40;p6"/>
          <p:cNvGrpSpPr/>
          <p:nvPr/>
        </p:nvGrpSpPr>
        <p:grpSpPr>
          <a:xfrm>
            <a:off x="-112065" y="192348"/>
            <a:ext cx="12416361" cy="6491851"/>
            <a:chOff x="-211800" y="484698"/>
            <a:chExt cx="23466600" cy="16358864"/>
          </a:xfrm>
        </p:grpSpPr>
        <p:cxnSp>
          <p:nvCxnSpPr>
            <p:cNvPr id="41" name="Google Shape;41;p6"/>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42" name="Google Shape;42;p6"/>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43" name="Google Shape;43;p6"/>
          <p:cNvPicPr preferRelativeResize="0"/>
          <p:nvPr/>
        </p:nvPicPr>
        <p:blipFill>
          <a:blip r:embed="rId2">
            <a:alphaModFix/>
          </a:blip>
          <a:stretch>
            <a:fillRect/>
          </a:stretch>
        </p:blipFill>
        <p:spPr>
          <a:xfrm rot="-3915739">
            <a:off x="11049298" y="4352016"/>
            <a:ext cx="3367892" cy="493896"/>
          </a:xfrm>
          <a:prstGeom prst="rect">
            <a:avLst/>
          </a:prstGeom>
          <a:noFill/>
          <a:ln>
            <a:noFill/>
          </a:ln>
        </p:spPr>
      </p:pic>
      <p:pic>
        <p:nvPicPr>
          <p:cNvPr id="44" name="Google Shape;44;p6"/>
          <p:cNvPicPr preferRelativeResize="0"/>
          <p:nvPr/>
        </p:nvPicPr>
        <p:blipFill>
          <a:blip r:embed="rId3">
            <a:alphaModFix/>
          </a:blip>
          <a:stretch>
            <a:fillRect/>
          </a:stretch>
        </p:blipFill>
        <p:spPr>
          <a:xfrm>
            <a:off x="-655610" y="1061865"/>
            <a:ext cx="1036562" cy="777439"/>
          </a:xfrm>
          <a:prstGeom prst="rect">
            <a:avLst/>
          </a:prstGeom>
          <a:noFill/>
          <a:ln>
            <a:noFill/>
          </a:ln>
        </p:spPr>
      </p:pic>
    </p:spTree>
    <p:extLst>
      <p:ext uri="{BB962C8B-B14F-4D97-AF65-F5344CB8AC3E}">
        <p14:creationId xmlns:p14="http://schemas.microsoft.com/office/powerpoint/2010/main" val="337560149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a:spcBef>
                <a:spcPts val="0"/>
              </a:spcBef>
              <a:spcAft>
                <a:spcPts val="0"/>
              </a:spcAft>
              <a:buSzPts val="6700"/>
              <a:buNone/>
              <a:defRPr/>
            </a:lvl1pPr>
            <a:lvl2pPr lvl="1">
              <a:spcBef>
                <a:spcPts val="0"/>
              </a:spcBef>
              <a:spcAft>
                <a:spcPts val="0"/>
              </a:spcAft>
              <a:buSzPts val="6700"/>
              <a:buNone/>
              <a:defRPr sz="2659"/>
            </a:lvl2pPr>
            <a:lvl3pPr lvl="2">
              <a:spcBef>
                <a:spcPts val="0"/>
              </a:spcBef>
              <a:spcAft>
                <a:spcPts val="0"/>
              </a:spcAft>
              <a:buSzPts val="6700"/>
              <a:buNone/>
              <a:defRPr sz="2659"/>
            </a:lvl3pPr>
            <a:lvl4pPr lvl="3">
              <a:spcBef>
                <a:spcPts val="0"/>
              </a:spcBef>
              <a:spcAft>
                <a:spcPts val="0"/>
              </a:spcAft>
              <a:buSzPts val="6700"/>
              <a:buNone/>
              <a:defRPr sz="2659"/>
            </a:lvl4pPr>
            <a:lvl5pPr lvl="4">
              <a:spcBef>
                <a:spcPts val="0"/>
              </a:spcBef>
              <a:spcAft>
                <a:spcPts val="0"/>
              </a:spcAft>
              <a:buSzPts val="6700"/>
              <a:buNone/>
              <a:defRPr sz="2659"/>
            </a:lvl5pPr>
            <a:lvl6pPr lvl="5">
              <a:spcBef>
                <a:spcPts val="0"/>
              </a:spcBef>
              <a:spcAft>
                <a:spcPts val="0"/>
              </a:spcAft>
              <a:buSzPts val="6700"/>
              <a:buNone/>
              <a:defRPr sz="2659"/>
            </a:lvl6pPr>
            <a:lvl7pPr lvl="6">
              <a:spcBef>
                <a:spcPts val="0"/>
              </a:spcBef>
              <a:spcAft>
                <a:spcPts val="0"/>
              </a:spcAft>
              <a:buSzPts val="6700"/>
              <a:buNone/>
              <a:defRPr sz="2659"/>
            </a:lvl7pPr>
            <a:lvl8pPr lvl="7">
              <a:spcBef>
                <a:spcPts val="0"/>
              </a:spcBef>
              <a:spcAft>
                <a:spcPts val="0"/>
              </a:spcAft>
              <a:buSzPts val="6700"/>
              <a:buNone/>
              <a:defRPr sz="2659"/>
            </a:lvl8pPr>
            <a:lvl9pPr lvl="8">
              <a:spcBef>
                <a:spcPts val="0"/>
              </a:spcBef>
              <a:spcAft>
                <a:spcPts val="0"/>
              </a:spcAft>
              <a:buSzPts val="6700"/>
              <a:buNone/>
              <a:defRPr sz="2659"/>
            </a:lvl9pPr>
          </a:lstStyle>
          <a:p>
            <a:endParaRPr/>
          </a:p>
        </p:txBody>
      </p:sp>
      <p:sp>
        <p:nvSpPr>
          <p:cNvPr id="47" name="Google Shape;47;p7"/>
          <p:cNvSpPr txBox="1">
            <a:spLocks noGrp="1"/>
          </p:cNvSpPr>
          <p:nvPr>
            <p:ph type="body" idx="1"/>
          </p:nvPr>
        </p:nvSpPr>
        <p:spPr>
          <a:xfrm>
            <a:off x="241908" y="1070288"/>
            <a:ext cx="11703494" cy="3231785"/>
          </a:xfrm>
          <a:prstGeom prst="rect">
            <a:avLst/>
          </a:prstGeom>
        </p:spPr>
        <p:txBody>
          <a:bodyPr spcFirstLastPara="1" wrap="square" lIns="256000" tIns="256000" rIns="256000" bIns="256000" anchor="t" anchorCtr="0">
            <a:noAutofit/>
          </a:bodyPr>
          <a:lstStyle>
            <a:lvl1pPr marL="181417" lvl="0" indent="-176378">
              <a:spcBef>
                <a:spcPts val="0"/>
              </a:spcBef>
              <a:spcAft>
                <a:spcPts val="0"/>
              </a:spcAft>
              <a:buSzPts val="3400"/>
              <a:buChar char="●"/>
              <a:defRPr sz="1389"/>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cxnSp>
        <p:nvCxnSpPr>
          <p:cNvPr id="48" name="Google Shape;48;p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49" name="Google Shape;49;p7"/>
          <p:cNvGrpSpPr/>
          <p:nvPr/>
        </p:nvGrpSpPr>
        <p:grpSpPr>
          <a:xfrm>
            <a:off x="-112065" y="192348"/>
            <a:ext cx="12416361" cy="6491851"/>
            <a:chOff x="-211800" y="484698"/>
            <a:chExt cx="23466600" cy="16358864"/>
          </a:xfrm>
        </p:grpSpPr>
        <p:cxnSp>
          <p:nvCxnSpPr>
            <p:cNvPr id="50" name="Google Shape;50;p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51" name="Google Shape;51;p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52" name="Google Shape;52;p7"/>
          <p:cNvGrpSpPr/>
          <p:nvPr/>
        </p:nvGrpSpPr>
        <p:grpSpPr>
          <a:xfrm>
            <a:off x="-6" y="5491412"/>
            <a:ext cx="5835689" cy="1366836"/>
            <a:chOff x="12013575" y="13837850"/>
            <a:chExt cx="11029300" cy="3444300"/>
          </a:xfrm>
        </p:grpSpPr>
        <p:sp>
          <p:nvSpPr>
            <p:cNvPr id="53" name="Google Shape;53;p7"/>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54" name="Google Shape;54;p7"/>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5" name="Google Shape;55;p7"/>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6" name="Google Shape;56;p7"/>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7" name="Google Shape;57;p7"/>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8" name="Google Shape;58;p7"/>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9" name="Google Shape;59;p7"/>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0" name="Google Shape;60;p7"/>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1" name="Google Shape;61;p7"/>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2" name="Google Shape;62;p7"/>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3" name="Google Shape;63;p7"/>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4" name="Google Shape;64;p7"/>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5" name="Google Shape;65;p7"/>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6" name="Google Shape;66;p7"/>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7" name="Google Shape;67;p7"/>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8" name="Google Shape;68;p7"/>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9" name="Google Shape;69;p7"/>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0" name="Google Shape;70;p7"/>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1" name="Google Shape;71;p7"/>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2" name="Google Shape;72;p7"/>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3" name="Google Shape;73;p7"/>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4" name="Google Shape;74;p7"/>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5" name="Google Shape;75;p7"/>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6" name="Google Shape;76;p7"/>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7" name="Google Shape;77;p7"/>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8" name="Google Shape;78;p7"/>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9" name="Google Shape;79;p7"/>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0" name="Google Shape;80;p7"/>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1" name="Google Shape;81;p7"/>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2" name="Google Shape;82;p7"/>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3" name="Google Shape;83;p7"/>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4" name="Google Shape;84;p7"/>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5" name="Google Shape;85;p7"/>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pic>
        <p:nvPicPr>
          <p:cNvPr id="86" name="Google Shape;86;p7"/>
          <p:cNvPicPr preferRelativeResize="0"/>
          <p:nvPr/>
        </p:nvPicPr>
        <p:blipFill>
          <a:blip r:embed="rId2">
            <a:alphaModFix/>
          </a:blip>
          <a:stretch>
            <a:fillRect/>
          </a:stretch>
        </p:blipFill>
        <p:spPr>
          <a:xfrm>
            <a:off x="9813396" y="4158486"/>
            <a:ext cx="2378763" cy="2264161"/>
          </a:xfrm>
          <a:prstGeom prst="rect">
            <a:avLst/>
          </a:prstGeom>
          <a:noFill/>
          <a:ln>
            <a:noFill/>
          </a:ln>
        </p:spPr>
      </p:pic>
      <p:pic>
        <p:nvPicPr>
          <p:cNvPr id="87" name="Google Shape;87;p7"/>
          <p:cNvPicPr preferRelativeResize="0"/>
          <p:nvPr/>
        </p:nvPicPr>
        <p:blipFill>
          <a:blip r:embed="rId3">
            <a:alphaModFix/>
          </a:blip>
          <a:stretch>
            <a:fillRect/>
          </a:stretch>
        </p:blipFill>
        <p:spPr>
          <a:xfrm rot="-3915739">
            <a:off x="5800245" y="6302772"/>
            <a:ext cx="3367892" cy="493896"/>
          </a:xfrm>
          <a:prstGeom prst="rect">
            <a:avLst/>
          </a:prstGeom>
          <a:noFill/>
          <a:ln>
            <a:noFill/>
          </a:ln>
        </p:spPr>
      </p:pic>
      <p:pic>
        <p:nvPicPr>
          <p:cNvPr id="88" name="Google Shape;88;p7"/>
          <p:cNvPicPr preferRelativeResize="0"/>
          <p:nvPr/>
        </p:nvPicPr>
        <p:blipFill>
          <a:blip r:embed="rId4">
            <a:alphaModFix/>
          </a:blip>
          <a:stretch>
            <a:fillRect/>
          </a:stretch>
        </p:blipFill>
        <p:spPr>
          <a:xfrm>
            <a:off x="735606" y="5293538"/>
            <a:ext cx="1036562" cy="777439"/>
          </a:xfrm>
          <a:prstGeom prst="rect">
            <a:avLst/>
          </a:prstGeom>
          <a:noFill/>
          <a:ln>
            <a:noFill/>
          </a:ln>
        </p:spPr>
      </p:pic>
    </p:spTree>
    <p:extLst>
      <p:ext uri="{BB962C8B-B14F-4D97-AF65-F5344CB8AC3E}">
        <p14:creationId xmlns:p14="http://schemas.microsoft.com/office/powerpoint/2010/main" val="372934939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89"/>
        <p:cNvGrpSpPr/>
        <p:nvPr/>
      </p:nvGrpSpPr>
      <p:grpSpPr>
        <a:xfrm>
          <a:off x="0" y="0"/>
          <a:ext cx="0" cy="0"/>
          <a:chOff x="0" y="0"/>
          <a:chExt cx="0" cy="0"/>
        </a:xfrm>
      </p:grpSpPr>
      <p:sp>
        <p:nvSpPr>
          <p:cNvPr id="90" name="Google Shape;90;p8"/>
          <p:cNvSpPr txBox="1">
            <a:spLocks noGrp="1"/>
          </p:cNvSpPr>
          <p:nvPr>
            <p:ph type="title"/>
          </p:nvPr>
        </p:nvSpPr>
        <p:spPr>
          <a:xfrm>
            <a:off x="653676" y="600222"/>
            <a:ext cx="8490593" cy="5454605"/>
          </a:xfrm>
          <a:prstGeom prst="rect">
            <a:avLst/>
          </a:prstGeom>
        </p:spPr>
        <p:txBody>
          <a:bodyPr spcFirstLastPara="1" wrap="square" lIns="256000" tIns="256000" rIns="256000" bIns="256000" anchor="ctr" anchorCtr="0">
            <a:noAutofit/>
          </a:bodyPr>
          <a:lstStyle>
            <a:lvl1pPr lvl="0">
              <a:spcBef>
                <a:spcPts val="0"/>
              </a:spcBef>
              <a:spcAft>
                <a:spcPts val="0"/>
              </a:spcAft>
              <a:buSzPts val="13400"/>
              <a:buNone/>
              <a:defRPr sz="5317"/>
            </a:lvl1pPr>
            <a:lvl2pPr lvl="1">
              <a:spcBef>
                <a:spcPts val="0"/>
              </a:spcBef>
              <a:spcAft>
                <a:spcPts val="0"/>
              </a:spcAft>
              <a:buSzPts val="13400"/>
              <a:buNone/>
              <a:defRPr sz="5317"/>
            </a:lvl2pPr>
            <a:lvl3pPr lvl="2">
              <a:spcBef>
                <a:spcPts val="0"/>
              </a:spcBef>
              <a:spcAft>
                <a:spcPts val="0"/>
              </a:spcAft>
              <a:buSzPts val="13400"/>
              <a:buNone/>
              <a:defRPr sz="5317"/>
            </a:lvl3pPr>
            <a:lvl4pPr lvl="3">
              <a:spcBef>
                <a:spcPts val="0"/>
              </a:spcBef>
              <a:spcAft>
                <a:spcPts val="0"/>
              </a:spcAft>
              <a:buSzPts val="13400"/>
              <a:buNone/>
              <a:defRPr sz="5317"/>
            </a:lvl4pPr>
            <a:lvl5pPr lvl="4">
              <a:spcBef>
                <a:spcPts val="0"/>
              </a:spcBef>
              <a:spcAft>
                <a:spcPts val="0"/>
              </a:spcAft>
              <a:buSzPts val="13400"/>
              <a:buNone/>
              <a:defRPr sz="5317"/>
            </a:lvl5pPr>
            <a:lvl6pPr lvl="5">
              <a:spcBef>
                <a:spcPts val="0"/>
              </a:spcBef>
              <a:spcAft>
                <a:spcPts val="0"/>
              </a:spcAft>
              <a:buSzPts val="13400"/>
              <a:buNone/>
              <a:defRPr sz="5317"/>
            </a:lvl6pPr>
            <a:lvl7pPr lvl="6">
              <a:spcBef>
                <a:spcPts val="0"/>
              </a:spcBef>
              <a:spcAft>
                <a:spcPts val="0"/>
              </a:spcAft>
              <a:buSzPts val="13400"/>
              <a:buNone/>
              <a:defRPr sz="5317"/>
            </a:lvl7pPr>
            <a:lvl8pPr lvl="7">
              <a:spcBef>
                <a:spcPts val="0"/>
              </a:spcBef>
              <a:spcAft>
                <a:spcPts val="0"/>
              </a:spcAft>
              <a:buSzPts val="13400"/>
              <a:buNone/>
              <a:defRPr sz="5317"/>
            </a:lvl8pPr>
            <a:lvl9pPr lvl="8">
              <a:spcBef>
                <a:spcPts val="0"/>
              </a:spcBef>
              <a:spcAft>
                <a:spcPts val="0"/>
              </a:spcAft>
              <a:buSzPts val="13400"/>
              <a:buNone/>
              <a:defRPr sz="5317"/>
            </a:lvl9pPr>
          </a:lstStyle>
          <a:p>
            <a:endParaRPr/>
          </a:p>
        </p:txBody>
      </p:sp>
    </p:spTree>
    <p:extLst>
      <p:ext uri="{BB962C8B-B14F-4D97-AF65-F5344CB8AC3E}">
        <p14:creationId xmlns:p14="http://schemas.microsoft.com/office/powerpoint/2010/main" val="247832806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91"/>
        <p:cNvGrpSpPr/>
        <p:nvPr/>
      </p:nvGrpSpPr>
      <p:grpSpPr>
        <a:xfrm>
          <a:off x="0" y="0"/>
          <a:ext cx="0" cy="0"/>
          <a:chOff x="0" y="0"/>
          <a:chExt cx="0" cy="0"/>
        </a:xfrm>
      </p:grpSpPr>
      <p:sp>
        <p:nvSpPr>
          <p:cNvPr id="92" name="Google Shape;92;p9"/>
          <p:cNvSpPr/>
          <p:nvPr/>
        </p:nvSpPr>
        <p:spPr>
          <a:xfrm>
            <a:off x="6096083" y="-167"/>
            <a:ext cx="6096116" cy="6858228"/>
          </a:xfrm>
          <a:prstGeom prst="rect">
            <a:avLst/>
          </a:prstGeom>
          <a:solidFill>
            <a:schemeClr val="lt2"/>
          </a:solidFill>
          <a:ln>
            <a:noFill/>
          </a:ln>
        </p:spPr>
        <p:txBody>
          <a:bodyPr spcFirstLastPara="1" wrap="square" lIns="101591" tIns="101591" rIns="101591" bIns="101591" anchor="ctr" anchorCtr="0">
            <a:noAutofit/>
          </a:bodyPr>
          <a:lstStyle/>
          <a:p>
            <a:pPr marL="0" lvl="0" indent="0" algn="l" rtl="0">
              <a:spcBef>
                <a:spcPts val="0"/>
              </a:spcBef>
              <a:spcAft>
                <a:spcPts val="0"/>
              </a:spcAft>
              <a:buNone/>
            </a:pPr>
            <a:endParaRPr sz="714"/>
          </a:p>
        </p:txBody>
      </p:sp>
      <p:sp>
        <p:nvSpPr>
          <p:cNvPr id="93" name="Google Shape;93;p9"/>
          <p:cNvSpPr txBox="1">
            <a:spLocks noGrp="1"/>
          </p:cNvSpPr>
          <p:nvPr>
            <p:ph type="title"/>
          </p:nvPr>
        </p:nvSpPr>
        <p:spPr>
          <a:xfrm>
            <a:off x="354005" y="1644293"/>
            <a:ext cx="5393725" cy="1976501"/>
          </a:xfrm>
          <a:prstGeom prst="rect">
            <a:avLst/>
          </a:prstGeom>
        </p:spPr>
        <p:txBody>
          <a:bodyPr spcFirstLastPara="1" wrap="square" lIns="256000" tIns="256000" rIns="256000" bIns="256000" anchor="b" anchorCtr="0">
            <a:noAutofit/>
          </a:bodyPr>
          <a:lstStyle>
            <a:lvl1pPr lvl="0" algn="ctr">
              <a:spcBef>
                <a:spcPts val="0"/>
              </a:spcBef>
              <a:spcAft>
                <a:spcPts val="0"/>
              </a:spcAft>
              <a:buSzPts val="11800"/>
              <a:buNone/>
              <a:defRPr sz="4682"/>
            </a:lvl1pPr>
            <a:lvl2pPr lvl="1" algn="ctr">
              <a:spcBef>
                <a:spcPts val="0"/>
              </a:spcBef>
              <a:spcAft>
                <a:spcPts val="0"/>
              </a:spcAft>
              <a:buSzPts val="11800"/>
              <a:buNone/>
              <a:defRPr sz="4682"/>
            </a:lvl2pPr>
            <a:lvl3pPr lvl="2" algn="ctr">
              <a:spcBef>
                <a:spcPts val="0"/>
              </a:spcBef>
              <a:spcAft>
                <a:spcPts val="0"/>
              </a:spcAft>
              <a:buSzPts val="11800"/>
              <a:buNone/>
              <a:defRPr sz="4682"/>
            </a:lvl3pPr>
            <a:lvl4pPr lvl="3" algn="ctr">
              <a:spcBef>
                <a:spcPts val="0"/>
              </a:spcBef>
              <a:spcAft>
                <a:spcPts val="0"/>
              </a:spcAft>
              <a:buSzPts val="11800"/>
              <a:buNone/>
              <a:defRPr sz="4682"/>
            </a:lvl4pPr>
            <a:lvl5pPr lvl="4" algn="ctr">
              <a:spcBef>
                <a:spcPts val="0"/>
              </a:spcBef>
              <a:spcAft>
                <a:spcPts val="0"/>
              </a:spcAft>
              <a:buSzPts val="11800"/>
              <a:buNone/>
              <a:defRPr sz="4682"/>
            </a:lvl5pPr>
            <a:lvl6pPr lvl="5" algn="ctr">
              <a:spcBef>
                <a:spcPts val="0"/>
              </a:spcBef>
              <a:spcAft>
                <a:spcPts val="0"/>
              </a:spcAft>
              <a:buSzPts val="11800"/>
              <a:buNone/>
              <a:defRPr sz="4682"/>
            </a:lvl6pPr>
            <a:lvl7pPr lvl="6" algn="ctr">
              <a:spcBef>
                <a:spcPts val="0"/>
              </a:spcBef>
              <a:spcAft>
                <a:spcPts val="0"/>
              </a:spcAft>
              <a:buSzPts val="11800"/>
              <a:buNone/>
              <a:defRPr sz="4682"/>
            </a:lvl7pPr>
            <a:lvl8pPr lvl="7" algn="ctr">
              <a:spcBef>
                <a:spcPts val="0"/>
              </a:spcBef>
              <a:spcAft>
                <a:spcPts val="0"/>
              </a:spcAft>
              <a:buSzPts val="11800"/>
              <a:buNone/>
              <a:defRPr sz="4682"/>
            </a:lvl8pPr>
            <a:lvl9pPr lvl="8" algn="ctr">
              <a:spcBef>
                <a:spcPts val="0"/>
              </a:spcBef>
              <a:spcAft>
                <a:spcPts val="0"/>
              </a:spcAft>
              <a:buSzPts val="11800"/>
              <a:buNone/>
              <a:defRPr sz="4682"/>
            </a:lvl9pPr>
          </a:lstStyle>
          <a:p>
            <a:endParaRPr/>
          </a:p>
        </p:txBody>
      </p:sp>
      <p:sp>
        <p:nvSpPr>
          <p:cNvPr id="94" name="Google Shape;94;p9"/>
          <p:cNvSpPr txBox="1">
            <a:spLocks noGrp="1"/>
          </p:cNvSpPr>
          <p:nvPr>
            <p:ph type="subTitle" idx="1"/>
          </p:nvPr>
        </p:nvSpPr>
        <p:spPr>
          <a:xfrm>
            <a:off x="354005" y="3737569"/>
            <a:ext cx="5393725" cy="1646846"/>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5900"/>
              <a:buNone/>
              <a:defRPr sz="2341"/>
            </a:lvl1pPr>
            <a:lvl2pPr lvl="1" algn="ctr">
              <a:lnSpc>
                <a:spcPct val="100000"/>
              </a:lnSpc>
              <a:spcBef>
                <a:spcPts val="0"/>
              </a:spcBef>
              <a:spcAft>
                <a:spcPts val="0"/>
              </a:spcAft>
              <a:buSzPts val="5900"/>
              <a:buNone/>
              <a:defRPr sz="2341"/>
            </a:lvl2pPr>
            <a:lvl3pPr lvl="2" algn="ctr">
              <a:lnSpc>
                <a:spcPct val="100000"/>
              </a:lnSpc>
              <a:spcBef>
                <a:spcPts val="0"/>
              </a:spcBef>
              <a:spcAft>
                <a:spcPts val="0"/>
              </a:spcAft>
              <a:buSzPts val="5900"/>
              <a:buNone/>
              <a:defRPr sz="2341"/>
            </a:lvl3pPr>
            <a:lvl4pPr lvl="3" algn="ctr">
              <a:lnSpc>
                <a:spcPct val="100000"/>
              </a:lnSpc>
              <a:spcBef>
                <a:spcPts val="0"/>
              </a:spcBef>
              <a:spcAft>
                <a:spcPts val="0"/>
              </a:spcAft>
              <a:buSzPts val="5900"/>
              <a:buNone/>
              <a:defRPr sz="2341"/>
            </a:lvl4pPr>
            <a:lvl5pPr lvl="4" algn="ctr">
              <a:lnSpc>
                <a:spcPct val="100000"/>
              </a:lnSpc>
              <a:spcBef>
                <a:spcPts val="0"/>
              </a:spcBef>
              <a:spcAft>
                <a:spcPts val="0"/>
              </a:spcAft>
              <a:buSzPts val="5900"/>
              <a:buNone/>
              <a:defRPr sz="2341"/>
            </a:lvl5pPr>
            <a:lvl6pPr lvl="5" algn="ctr">
              <a:lnSpc>
                <a:spcPct val="100000"/>
              </a:lnSpc>
              <a:spcBef>
                <a:spcPts val="0"/>
              </a:spcBef>
              <a:spcAft>
                <a:spcPts val="0"/>
              </a:spcAft>
              <a:buSzPts val="5900"/>
              <a:buNone/>
              <a:defRPr sz="2341"/>
            </a:lvl6pPr>
            <a:lvl7pPr lvl="6" algn="ctr">
              <a:lnSpc>
                <a:spcPct val="100000"/>
              </a:lnSpc>
              <a:spcBef>
                <a:spcPts val="0"/>
              </a:spcBef>
              <a:spcAft>
                <a:spcPts val="0"/>
              </a:spcAft>
              <a:buSzPts val="5900"/>
              <a:buNone/>
              <a:defRPr sz="2341"/>
            </a:lvl7pPr>
            <a:lvl8pPr lvl="7" algn="ctr">
              <a:lnSpc>
                <a:spcPct val="100000"/>
              </a:lnSpc>
              <a:spcBef>
                <a:spcPts val="0"/>
              </a:spcBef>
              <a:spcAft>
                <a:spcPts val="0"/>
              </a:spcAft>
              <a:buSzPts val="5900"/>
              <a:buNone/>
              <a:defRPr sz="2341"/>
            </a:lvl8pPr>
            <a:lvl9pPr lvl="8" algn="ctr">
              <a:lnSpc>
                <a:spcPct val="100000"/>
              </a:lnSpc>
              <a:spcBef>
                <a:spcPts val="0"/>
              </a:spcBef>
              <a:spcAft>
                <a:spcPts val="0"/>
              </a:spcAft>
              <a:buSzPts val="5900"/>
              <a:buNone/>
              <a:defRPr sz="2341"/>
            </a:lvl9pPr>
          </a:lstStyle>
          <a:p>
            <a:endParaRPr/>
          </a:p>
        </p:txBody>
      </p:sp>
      <p:sp>
        <p:nvSpPr>
          <p:cNvPr id="95" name="Google Shape;95;p9"/>
          <p:cNvSpPr txBox="1">
            <a:spLocks noGrp="1"/>
          </p:cNvSpPr>
          <p:nvPr>
            <p:ph type="body" idx="2"/>
          </p:nvPr>
        </p:nvSpPr>
        <p:spPr>
          <a:xfrm>
            <a:off x="6586089" y="965468"/>
            <a:ext cx="5116102" cy="4926967"/>
          </a:xfrm>
          <a:prstGeom prst="rect">
            <a:avLst/>
          </a:prstGeom>
        </p:spPr>
        <p:txBody>
          <a:bodyPr spcFirstLastPara="1" wrap="square" lIns="256000" tIns="256000" rIns="256000" bIns="256000" anchor="ctr" anchorCtr="0">
            <a:noAutofit/>
          </a:bodyPr>
          <a:lstStyle>
            <a:lvl1pPr marL="181417" lvl="0" indent="-168819">
              <a:spcBef>
                <a:spcPts val="0"/>
              </a:spcBef>
              <a:spcAft>
                <a:spcPts val="0"/>
              </a:spcAft>
              <a:buSzPts val="3100"/>
              <a:buChar char="●"/>
              <a:defRPr/>
            </a:lvl1pPr>
            <a:lvl2pPr marL="362834" lvl="1" indent="-168819">
              <a:spcBef>
                <a:spcPts val="0"/>
              </a:spcBef>
              <a:spcAft>
                <a:spcPts val="0"/>
              </a:spcAft>
              <a:buSzPts val="3100"/>
              <a:buChar char="○"/>
              <a:defRPr/>
            </a:lvl2pPr>
            <a:lvl3pPr marL="544251" lvl="2" indent="-168819">
              <a:spcBef>
                <a:spcPts val="0"/>
              </a:spcBef>
              <a:spcAft>
                <a:spcPts val="0"/>
              </a:spcAft>
              <a:buSzPts val="3100"/>
              <a:buChar char="■"/>
              <a:defRPr/>
            </a:lvl3pPr>
            <a:lvl4pPr marL="725668" lvl="3" indent="-168819">
              <a:spcBef>
                <a:spcPts val="0"/>
              </a:spcBef>
              <a:spcAft>
                <a:spcPts val="0"/>
              </a:spcAft>
              <a:buSzPts val="3100"/>
              <a:buChar char="●"/>
              <a:defRPr/>
            </a:lvl4pPr>
            <a:lvl5pPr marL="907085" lvl="4" indent="-168819">
              <a:spcBef>
                <a:spcPts val="0"/>
              </a:spcBef>
              <a:spcAft>
                <a:spcPts val="0"/>
              </a:spcAft>
              <a:buSzPts val="3100"/>
              <a:buChar char="○"/>
              <a:defRPr/>
            </a:lvl5pPr>
            <a:lvl6pPr marL="1088502" lvl="5" indent="-168819">
              <a:spcBef>
                <a:spcPts val="0"/>
              </a:spcBef>
              <a:spcAft>
                <a:spcPts val="0"/>
              </a:spcAft>
              <a:buSzPts val="3100"/>
              <a:buChar char="■"/>
              <a:defRPr/>
            </a:lvl6pPr>
            <a:lvl7pPr marL="1269919" lvl="6" indent="-168819">
              <a:spcBef>
                <a:spcPts val="0"/>
              </a:spcBef>
              <a:spcAft>
                <a:spcPts val="0"/>
              </a:spcAft>
              <a:buSzPts val="3100"/>
              <a:buChar char="●"/>
              <a:defRPr/>
            </a:lvl7pPr>
            <a:lvl8pPr marL="1451336" lvl="7" indent="-168819">
              <a:spcBef>
                <a:spcPts val="0"/>
              </a:spcBef>
              <a:spcAft>
                <a:spcPts val="0"/>
              </a:spcAft>
              <a:buSzPts val="3100"/>
              <a:buChar char="○"/>
              <a:defRPr/>
            </a:lvl8pPr>
            <a:lvl9pPr marL="1632753" lvl="8" indent="-168819">
              <a:spcBef>
                <a:spcPts val="0"/>
              </a:spcBef>
              <a:spcAft>
                <a:spcPts val="0"/>
              </a:spcAft>
              <a:buSzPts val="3100"/>
              <a:buChar char="■"/>
              <a:defRPr/>
            </a:lvl9pPr>
          </a:lstStyle>
          <a:p>
            <a:endParaRPr/>
          </a:p>
        </p:txBody>
      </p:sp>
    </p:spTree>
    <p:extLst>
      <p:ext uri="{BB962C8B-B14F-4D97-AF65-F5344CB8AC3E}">
        <p14:creationId xmlns:p14="http://schemas.microsoft.com/office/powerpoint/2010/main" val="23552770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96"/>
        <p:cNvGrpSpPr/>
        <p:nvPr/>
      </p:nvGrpSpPr>
      <p:grpSpPr>
        <a:xfrm>
          <a:off x="0" y="0"/>
          <a:ext cx="0" cy="0"/>
          <a:chOff x="0" y="0"/>
          <a:chExt cx="0" cy="0"/>
        </a:xfrm>
      </p:grpSpPr>
      <p:sp>
        <p:nvSpPr>
          <p:cNvPr id="97" name="Google Shape;97;p10"/>
          <p:cNvSpPr txBox="1">
            <a:spLocks noGrp="1"/>
          </p:cNvSpPr>
          <p:nvPr>
            <p:ph type="body" idx="1"/>
          </p:nvPr>
        </p:nvSpPr>
        <p:spPr>
          <a:xfrm>
            <a:off x="415606" y="5640971"/>
            <a:ext cx="7998523" cy="806815"/>
          </a:xfrm>
          <a:prstGeom prst="rect">
            <a:avLst/>
          </a:prstGeom>
        </p:spPr>
        <p:txBody>
          <a:bodyPr spcFirstLastPara="1" wrap="square" lIns="256000" tIns="256000" rIns="256000" bIns="256000" anchor="ctr" anchorCtr="0">
            <a:noAutofit/>
          </a:bodyPr>
          <a:lstStyle>
            <a:lvl1pPr marL="181417" lvl="0" indent="-90708">
              <a:lnSpc>
                <a:spcPct val="100000"/>
              </a:lnSpc>
              <a:spcBef>
                <a:spcPts val="0"/>
              </a:spcBef>
              <a:spcAft>
                <a:spcPts val="0"/>
              </a:spcAft>
              <a:buSzPts val="3100"/>
              <a:buNone/>
              <a:defRPr/>
            </a:lvl1pPr>
          </a:lstStyle>
          <a:p>
            <a:endParaRPr/>
          </a:p>
        </p:txBody>
      </p:sp>
    </p:spTree>
    <p:extLst>
      <p:ext uri="{BB962C8B-B14F-4D97-AF65-F5344CB8AC3E}">
        <p14:creationId xmlns:p14="http://schemas.microsoft.com/office/powerpoint/2010/main" val="406024131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98"/>
        <p:cNvGrpSpPr/>
        <p:nvPr/>
      </p:nvGrpSpPr>
      <p:grpSpPr>
        <a:xfrm>
          <a:off x="0" y="0"/>
          <a:ext cx="0" cy="0"/>
          <a:chOff x="0" y="0"/>
          <a:chExt cx="0" cy="0"/>
        </a:xfrm>
      </p:grpSpPr>
      <p:sp>
        <p:nvSpPr>
          <p:cNvPr id="99" name="Google Shape;99;p11"/>
          <p:cNvSpPr txBox="1">
            <a:spLocks noGrp="1"/>
          </p:cNvSpPr>
          <p:nvPr>
            <p:ph type="title" hasCustomPrompt="1"/>
          </p:nvPr>
        </p:nvSpPr>
        <p:spPr>
          <a:xfrm>
            <a:off x="415606" y="1474887"/>
            <a:ext cx="11360950" cy="2618072"/>
          </a:xfrm>
          <a:prstGeom prst="rect">
            <a:avLst/>
          </a:prstGeom>
        </p:spPr>
        <p:txBody>
          <a:bodyPr spcFirstLastPara="1" wrap="square" lIns="256000" tIns="256000" rIns="256000" bIns="256000" anchor="b" anchorCtr="0">
            <a:noAutofit/>
          </a:bodyPr>
          <a:lstStyle>
            <a:lvl1pPr lvl="0" algn="ctr">
              <a:spcBef>
                <a:spcPts val="0"/>
              </a:spcBef>
              <a:spcAft>
                <a:spcPts val="0"/>
              </a:spcAft>
              <a:buSzPts val="33600"/>
              <a:buNone/>
              <a:defRPr sz="13332"/>
            </a:lvl1pPr>
            <a:lvl2pPr lvl="1" algn="ctr">
              <a:spcBef>
                <a:spcPts val="0"/>
              </a:spcBef>
              <a:spcAft>
                <a:spcPts val="0"/>
              </a:spcAft>
              <a:buSzPts val="33600"/>
              <a:buNone/>
              <a:defRPr sz="13332"/>
            </a:lvl2pPr>
            <a:lvl3pPr lvl="2" algn="ctr">
              <a:spcBef>
                <a:spcPts val="0"/>
              </a:spcBef>
              <a:spcAft>
                <a:spcPts val="0"/>
              </a:spcAft>
              <a:buSzPts val="33600"/>
              <a:buNone/>
              <a:defRPr sz="13332"/>
            </a:lvl3pPr>
            <a:lvl4pPr lvl="3" algn="ctr">
              <a:spcBef>
                <a:spcPts val="0"/>
              </a:spcBef>
              <a:spcAft>
                <a:spcPts val="0"/>
              </a:spcAft>
              <a:buSzPts val="33600"/>
              <a:buNone/>
              <a:defRPr sz="13332"/>
            </a:lvl4pPr>
            <a:lvl5pPr lvl="4" algn="ctr">
              <a:spcBef>
                <a:spcPts val="0"/>
              </a:spcBef>
              <a:spcAft>
                <a:spcPts val="0"/>
              </a:spcAft>
              <a:buSzPts val="33600"/>
              <a:buNone/>
              <a:defRPr sz="13332"/>
            </a:lvl5pPr>
            <a:lvl6pPr lvl="5" algn="ctr">
              <a:spcBef>
                <a:spcPts val="0"/>
              </a:spcBef>
              <a:spcAft>
                <a:spcPts val="0"/>
              </a:spcAft>
              <a:buSzPts val="33600"/>
              <a:buNone/>
              <a:defRPr sz="13332"/>
            </a:lvl6pPr>
            <a:lvl7pPr lvl="6" algn="ctr">
              <a:spcBef>
                <a:spcPts val="0"/>
              </a:spcBef>
              <a:spcAft>
                <a:spcPts val="0"/>
              </a:spcAft>
              <a:buSzPts val="33600"/>
              <a:buNone/>
              <a:defRPr sz="13332"/>
            </a:lvl7pPr>
            <a:lvl8pPr lvl="7" algn="ctr">
              <a:spcBef>
                <a:spcPts val="0"/>
              </a:spcBef>
              <a:spcAft>
                <a:spcPts val="0"/>
              </a:spcAft>
              <a:buSzPts val="33600"/>
              <a:buNone/>
              <a:defRPr sz="13332"/>
            </a:lvl8pPr>
            <a:lvl9pPr lvl="8" algn="ctr">
              <a:spcBef>
                <a:spcPts val="0"/>
              </a:spcBef>
              <a:spcAft>
                <a:spcPts val="0"/>
              </a:spcAft>
              <a:buSzPts val="33600"/>
              <a:buNone/>
              <a:defRPr sz="13332"/>
            </a:lvl9pPr>
          </a:lstStyle>
          <a:p>
            <a:r>
              <a:t>xx%</a:t>
            </a:r>
          </a:p>
        </p:txBody>
      </p:sp>
      <p:sp>
        <p:nvSpPr>
          <p:cNvPr id="100" name="Google Shape;100;p11"/>
          <p:cNvSpPr txBox="1">
            <a:spLocks noGrp="1"/>
          </p:cNvSpPr>
          <p:nvPr>
            <p:ph type="body" idx="1"/>
          </p:nvPr>
        </p:nvSpPr>
        <p:spPr>
          <a:xfrm>
            <a:off x="415606" y="4203119"/>
            <a:ext cx="11360950" cy="1734468"/>
          </a:xfrm>
          <a:prstGeom prst="rect">
            <a:avLst/>
          </a:prstGeom>
        </p:spPr>
        <p:txBody>
          <a:bodyPr spcFirstLastPara="1" wrap="square" lIns="256000" tIns="256000" rIns="256000" bIns="256000" anchor="t" anchorCtr="0">
            <a:noAutofit/>
          </a:bodyPr>
          <a:lstStyle>
            <a:lvl1pPr marL="181417" lvl="0" indent="-168819" algn="ctr">
              <a:spcBef>
                <a:spcPts val="0"/>
              </a:spcBef>
              <a:spcAft>
                <a:spcPts val="0"/>
              </a:spcAft>
              <a:buSzPts val="3100"/>
              <a:buChar char="●"/>
              <a:defRPr/>
            </a:lvl1pPr>
            <a:lvl2pPr marL="362834" lvl="1" indent="-168819" algn="ctr">
              <a:spcBef>
                <a:spcPts val="0"/>
              </a:spcBef>
              <a:spcAft>
                <a:spcPts val="0"/>
              </a:spcAft>
              <a:buSzPts val="3100"/>
              <a:buChar char="○"/>
              <a:defRPr/>
            </a:lvl2pPr>
            <a:lvl3pPr marL="544251" lvl="2" indent="-168819" algn="ctr">
              <a:spcBef>
                <a:spcPts val="0"/>
              </a:spcBef>
              <a:spcAft>
                <a:spcPts val="0"/>
              </a:spcAft>
              <a:buSzPts val="3100"/>
              <a:buChar char="■"/>
              <a:defRPr/>
            </a:lvl3pPr>
            <a:lvl4pPr marL="725668" lvl="3" indent="-168819" algn="ctr">
              <a:spcBef>
                <a:spcPts val="0"/>
              </a:spcBef>
              <a:spcAft>
                <a:spcPts val="0"/>
              </a:spcAft>
              <a:buSzPts val="3100"/>
              <a:buChar char="●"/>
              <a:defRPr/>
            </a:lvl4pPr>
            <a:lvl5pPr marL="907085" lvl="4" indent="-168819" algn="ctr">
              <a:spcBef>
                <a:spcPts val="0"/>
              </a:spcBef>
              <a:spcAft>
                <a:spcPts val="0"/>
              </a:spcAft>
              <a:buSzPts val="3100"/>
              <a:buChar char="○"/>
              <a:defRPr/>
            </a:lvl5pPr>
            <a:lvl6pPr marL="1088502" lvl="5" indent="-168819" algn="ctr">
              <a:spcBef>
                <a:spcPts val="0"/>
              </a:spcBef>
              <a:spcAft>
                <a:spcPts val="0"/>
              </a:spcAft>
              <a:buSzPts val="3100"/>
              <a:buChar char="■"/>
              <a:defRPr/>
            </a:lvl6pPr>
            <a:lvl7pPr marL="1269919" lvl="6" indent="-168819" algn="ctr">
              <a:spcBef>
                <a:spcPts val="0"/>
              </a:spcBef>
              <a:spcAft>
                <a:spcPts val="0"/>
              </a:spcAft>
              <a:buSzPts val="3100"/>
              <a:buChar char="●"/>
              <a:defRPr/>
            </a:lvl7pPr>
            <a:lvl8pPr marL="1451336" lvl="7" indent="-168819" algn="ctr">
              <a:spcBef>
                <a:spcPts val="0"/>
              </a:spcBef>
              <a:spcAft>
                <a:spcPts val="0"/>
              </a:spcAft>
              <a:buSzPts val="3100"/>
              <a:buChar char="○"/>
              <a:defRPr/>
            </a:lvl8pPr>
            <a:lvl9pPr marL="1632753" lvl="8" indent="-168819" algn="ctr">
              <a:spcBef>
                <a:spcPts val="0"/>
              </a:spcBef>
              <a:spcAft>
                <a:spcPts val="0"/>
              </a:spcAft>
              <a:buSzPts val="3100"/>
              <a:buChar char="■"/>
              <a:defRPr/>
            </a:lvl9pPr>
          </a:lstStyle>
          <a:p>
            <a:endParaRPr/>
          </a:p>
        </p:txBody>
      </p:sp>
    </p:spTree>
    <p:extLst>
      <p:ext uri="{BB962C8B-B14F-4D97-AF65-F5344CB8AC3E}">
        <p14:creationId xmlns:p14="http://schemas.microsoft.com/office/powerpoint/2010/main" val="347105139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101"/>
        <p:cNvGrpSpPr/>
        <p:nvPr/>
      </p:nvGrpSpPr>
      <p:grpSpPr>
        <a:xfrm>
          <a:off x="0" y="0"/>
          <a:ext cx="0" cy="0"/>
          <a:chOff x="0" y="0"/>
          <a:chExt cx="0" cy="0"/>
        </a:xfrm>
      </p:grpSpPr>
    </p:spTree>
    <p:extLst>
      <p:ext uri="{BB962C8B-B14F-4D97-AF65-F5344CB8AC3E}">
        <p14:creationId xmlns:p14="http://schemas.microsoft.com/office/powerpoint/2010/main" val="41806653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1">
  <p:cSld name="Title only 1">
    <p:spTree>
      <p:nvGrpSpPr>
        <p:cNvPr id="1" name="Shape 102"/>
        <p:cNvGrpSpPr/>
        <p:nvPr/>
      </p:nvGrpSpPr>
      <p:grpSpPr>
        <a:xfrm>
          <a:off x="0" y="0"/>
          <a:ext cx="0" cy="0"/>
          <a:chOff x="0" y="0"/>
          <a:chExt cx="0" cy="0"/>
        </a:xfrm>
      </p:grpSpPr>
      <p:sp>
        <p:nvSpPr>
          <p:cNvPr id="103" name="Google Shape;103;p13"/>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04" name="Google Shape;104;p13"/>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05" name="Google Shape;105;p13"/>
          <p:cNvGrpSpPr/>
          <p:nvPr/>
        </p:nvGrpSpPr>
        <p:grpSpPr>
          <a:xfrm>
            <a:off x="-112065" y="192348"/>
            <a:ext cx="12416361" cy="6491851"/>
            <a:chOff x="-211800" y="484698"/>
            <a:chExt cx="23466600" cy="16358864"/>
          </a:xfrm>
        </p:grpSpPr>
        <p:cxnSp>
          <p:nvCxnSpPr>
            <p:cNvPr id="106" name="Google Shape;106;p13"/>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07" name="Google Shape;107;p13"/>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08" name="Google Shape;108;p13"/>
          <p:cNvPicPr preferRelativeResize="0"/>
          <p:nvPr/>
        </p:nvPicPr>
        <p:blipFill>
          <a:blip r:embed="rId2">
            <a:alphaModFix/>
          </a:blip>
          <a:stretch>
            <a:fillRect/>
          </a:stretch>
        </p:blipFill>
        <p:spPr>
          <a:xfrm rot="-3699173">
            <a:off x="-2356759" y="2139648"/>
            <a:ext cx="3367891" cy="493896"/>
          </a:xfrm>
          <a:prstGeom prst="rect">
            <a:avLst/>
          </a:prstGeom>
          <a:noFill/>
          <a:ln>
            <a:noFill/>
          </a:ln>
        </p:spPr>
      </p:pic>
      <p:grpSp>
        <p:nvGrpSpPr>
          <p:cNvPr id="109" name="Google Shape;109;p13"/>
          <p:cNvGrpSpPr/>
          <p:nvPr/>
        </p:nvGrpSpPr>
        <p:grpSpPr>
          <a:xfrm>
            <a:off x="11697916" y="562747"/>
            <a:ext cx="1384204" cy="882871"/>
            <a:chOff x="3089625" y="1360075"/>
            <a:chExt cx="1869050" cy="1589450"/>
          </a:xfrm>
        </p:grpSpPr>
        <p:sp>
          <p:nvSpPr>
            <p:cNvPr id="110" name="Google Shape;110;p13"/>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11" name="Google Shape;111;p13"/>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12" name="Google Shape;112;p13"/>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13" name="Google Shape;113;p13"/>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spTree>
    <p:extLst>
      <p:ext uri="{BB962C8B-B14F-4D97-AF65-F5344CB8AC3E}">
        <p14:creationId xmlns:p14="http://schemas.microsoft.com/office/powerpoint/2010/main" val="427678142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2">
  <p:cSld name="Title only 2">
    <p:spTree>
      <p:nvGrpSpPr>
        <p:cNvPr id="1" name="Shape 114"/>
        <p:cNvGrpSpPr/>
        <p:nvPr/>
      </p:nvGrpSpPr>
      <p:grpSpPr>
        <a:xfrm>
          <a:off x="0" y="0"/>
          <a:ext cx="0" cy="0"/>
          <a:chOff x="0" y="0"/>
          <a:chExt cx="0" cy="0"/>
        </a:xfrm>
      </p:grpSpPr>
      <p:sp>
        <p:nvSpPr>
          <p:cNvPr id="115" name="Google Shape;115;p1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16" name="Google Shape;116;p14"/>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17" name="Google Shape;117;p14"/>
          <p:cNvGrpSpPr/>
          <p:nvPr/>
        </p:nvGrpSpPr>
        <p:grpSpPr>
          <a:xfrm>
            <a:off x="-112065" y="192348"/>
            <a:ext cx="12416361" cy="6491851"/>
            <a:chOff x="-211800" y="484698"/>
            <a:chExt cx="23466600" cy="16358864"/>
          </a:xfrm>
        </p:grpSpPr>
        <p:cxnSp>
          <p:nvCxnSpPr>
            <p:cNvPr id="118" name="Google Shape;118;p1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19" name="Google Shape;119;p1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0" name="Google Shape;120;p14"/>
          <p:cNvPicPr preferRelativeResize="0"/>
          <p:nvPr/>
        </p:nvPicPr>
        <p:blipFill>
          <a:blip r:embed="rId2">
            <a:alphaModFix/>
          </a:blip>
          <a:stretch>
            <a:fillRect/>
          </a:stretch>
        </p:blipFill>
        <p:spPr>
          <a:xfrm rot="5400000">
            <a:off x="8772071" y="-2212715"/>
            <a:ext cx="1784113" cy="3018811"/>
          </a:xfrm>
          <a:prstGeom prst="rect">
            <a:avLst/>
          </a:prstGeom>
          <a:noFill/>
          <a:ln>
            <a:noFill/>
          </a:ln>
        </p:spPr>
      </p:pic>
      <p:pic>
        <p:nvPicPr>
          <p:cNvPr id="121" name="Google Shape;121;p14"/>
          <p:cNvPicPr preferRelativeResize="0"/>
          <p:nvPr/>
        </p:nvPicPr>
        <p:blipFill>
          <a:blip r:embed="rId3">
            <a:alphaModFix/>
          </a:blip>
          <a:stretch>
            <a:fillRect/>
          </a:stretch>
        </p:blipFill>
        <p:spPr>
          <a:xfrm>
            <a:off x="2540929" y="-582591"/>
            <a:ext cx="1036562" cy="777439"/>
          </a:xfrm>
          <a:prstGeom prst="rect">
            <a:avLst/>
          </a:prstGeom>
          <a:noFill/>
          <a:ln>
            <a:noFill/>
          </a:ln>
        </p:spPr>
      </p:pic>
    </p:spTree>
    <p:extLst>
      <p:ext uri="{BB962C8B-B14F-4D97-AF65-F5344CB8AC3E}">
        <p14:creationId xmlns:p14="http://schemas.microsoft.com/office/powerpoint/2010/main" val="21653931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only 3">
  <p:cSld name="Title only 3">
    <p:spTree>
      <p:nvGrpSpPr>
        <p:cNvPr id="1" name="Shape 122"/>
        <p:cNvGrpSpPr/>
        <p:nvPr/>
      </p:nvGrpSpPr>
      <p:grpSpPr>
        <a:xfrm>
          <a:off x="0" y="0"/>
          <a:ext cx="0" cy="0"/>
          <a:chOff x="0" y="0"/>
          <a:chExt cx="0" cy="0"/>
        </a:xfrm>
      </p:grpSpPr>
      <p:sp>
        <p:nvSpPr>
          <p:cNvPr id="123" name="Google Shape;123;p15"/>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24" name="Google Shape;124;p15"/>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25" name="Google Shape;125;p15"/>
          <p:cNvGrpSpPr/>
          <p:nvPr/>
        </p:nvGrpSpPr>
        <p:grpSpPr>
          <a:xfrm>
            <a:off x="-112065" y="192348"/>
            <a:ext cx="12416361" cy="6491851"/>
            <a:chOff x="-211800" y="484698"/>
            <a:chExt cx="23466600" cy="16358864"/>
          </a:xfrm>
        </p:grpSpPr>
        <p:cxnSp>
          <p:nvCxnSpPr>
            <p:cNvPr id="126" name="Google Shape;126;p15"/>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27" name="Google Shape;127;p15"/>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8" name="Google Shape;128;p15"/>
          <p:cNvPicPr preferRelativeResize="0"/>
          <p:nvPr/>
        </p:nvPicPr>
        <p:blipFill>
          <a:blip r:embed="rId2">
            <a:alphaModFix/>
          </a:blip>
          <a:stretch>
            <a:fillRect/>
          </a:stretch>
        </p:blipFill>
        <p:spPr>
          <a:xfrm>
            <a:off x="-2035253" y="1407716"/>
            <a:ext cx="2378763" cy="2264161"/>
          </a:xfrm>
          <a:prstGeom prst="rect">
            <a:avLst/>
          </a:prstGeom>
          <a:noFill/>
          <a:ln>
            <a:noFill/>
          </a:ln>
        </p:spPr>
      </p:pic>
      <p:pic>
        <p:nvPicPr>
          <p:cNvPr id="129" name="Google Shape;129;p15"/>
          <p:cNvPicPr preferRelativeResize="0"/>
          <p:nvPr/>
        </p:nvPicPr>
        <p:blipFill>
          <a:blip r:embed="rId3">
            <a:alphaModFix/>
          </a:blip>
          <a:stretch>
            <a:fillRect/>
          </a:stretch>
        </p:blipFill>
        <p:spPr>
          <a:xfrm>
            <a:off x="1324913" y="-523650"/>
            <a:ext cx="1036562" cy="777439"/>
          </a:xfrm>
          <a:prstGeom prst="rect">
            <a:avLst/>
          </a:prstGeom>
          <a:noFill/>
          <a:ln>
            <a:noFill/>
          </a:ln>
        </p:spPr>
      </p:pic>
      <p:grpSp>
        <p:nvGrpSpPr>
          <p:cNvPr id="130" name="Google Shape;130;p15"/>
          <p:cNvGrpSpPr/>
          <p:nvPr/>
        </p:nvGrpSpPr>
        <p:grpSpPr>
          <a:xfrm>
            <a:off x="-523731" y="5596005"/>
            <a:ext cx="1036551" cy="963398"/>
            <a:chOff x="5953600" y="2687775"/>
            <a:chExt cx="1399625" cy="1734425"/>
          </a:xfrm>
        </p:grpSpPr>
        <p:sp>
          <p:nvSpPr>
            <p:cNvPr id="131" name="Google Shape;131;p15"/>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2" name="Google Shape;132;p15"/>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3" name="Google Shape;133;p15"/>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4" name="Google Shape;134;p15"/>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135" name="Google Shape;135;p15"/>
          <p:cNvGrpSpPr/>
          <p:nvPr/>
        </p:nvGrpSpPr>
        <p:grpSpPr>
          <a:xfrm>
            <a:off x="5468769" y="6472765"/>
            <a:ext cx="1384204" cy="882871"/>
            <a:chOff x="3089625" y="1360075"/>
            <a:chExt cx="1869050" cy="1589450"/>
          </a:xfrm>
        </p:grpSpPr>
        <p:sp>
          <p:nvSpPr>
            <p:cNvPr id="136" name="Google Shape;136;p15"/>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7" name="Google Shape;137;p15"/>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8" name="Google Shape;138;p15"/>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9" name="Google Shape;139;p15"/>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40" name="Google Shape;140;p15"/>
          <p:cNvPicPr preferRelativeResize="0"/>
          <p:nvPr/>
        </p:nvPicPr>
        <p:blipFill>
          <a:blip r:embed="rId4">
            <a:alphaModFix/>
          </a:blip>
          <a:stretch>
            <a:fillRect/>
          </a:stretch>
        </p:blipFill>
        <p:spPr>
          <a:xfrm rot="-4131429">
            <a:off x="10515138" y="4973904"/>
            <a:ext cx="3367892" cy="493896"/>
          </a:xfrm>
          <a:prstGeom prst="rect">
            <a:avLst/>
          </a:prstGeom>
          <a:noFill/>
          <a:ln>
            <a:noFill/>
          </a:ln>
        </p:spPr>
      </p:pic>
    </p:spTree>
    <p:extLst>
      <p:ext uri="{BB962C8B-B14F-4D97-AF65-F5344CB8AC3E}">
        <p14:creationId xmlns:p14="http://schemas.microsoft.com/office/powerpoint/2010/main" val="18693069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ustom Layout 1 1 1 1">
  <p:cSld name="Custom Layout 1 1 1 1">
    <p:spTree>
      <p:nvGrpSpPr>
        <p:cNvPr id="1" name="Shape 141"/>
        <p:cNvGrpSpPr/>
        <p:nvPr/>
      </p:nvGrpSpPr>
      <p:grpSpPr>
        <a:xfrm>
          <a:off x="0" y="0"/>
          <a:ext cx="0" cy="0"/>
          <a:chOff x="0" y="0"/>
          <a:chExt cx="0" cy="0"/>
        </a:xfrm>
      </p:grpSpPr>
      <p:sp>
        <p:nvSpPr>
          <p:cNvPr id="142" name="Google Shape;142;p16"/>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3" name="Google Shape;143;p16"/>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44" name="Google Shape;144;p16"/>
          <p:cNvGrpSpPr/>
          <p:nvPr/>
        </p:nvGrpSpPr>
        <p:grpSpPr>
          <a:xfrm>
            <a:off x="-112065" y="192348"/>
            <a:ext cx="12416361" cy="6491851"/>
            <a:chOff x="-211800" y="484698"/>
            <a:chExt cx="23466600" cy="16358864"/>
          </a:xfrm>
        </p:grpSpPr>
        <p:cxnSp>
          <p:nvCxnSpPr>
            <p:cNvPr id="145" name="Google Shape;145;p16"/>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6" name="Google Shape;146;p16"/>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36492473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Custom Layout 1 1 1 1 1">
  <p:cSld name="Custom Layout 1 1 1 1 1">
    <p:spTree>
      <p:nvGrpSpPr>
        <p:cNvPr id="1" name="Shape 147"/>
        <p:cNvGrpSpPr/>
        <p:nvPr/>
      </p:nvGrpSpPr>
      <p:grpSpPr>
        <a:xfrm>
          <a:off x="0" y="0"/>
          <a:ext cx="0" cy="0"/>
          <a:chOff x="0" y="0"/>
          <a:chExt cx="0" cy="0"/>
        </a:xfrm>
      </p:grpSpPr>
      <p:sp>
        <p:nvSpPr>
          <p:cNvPr id="148" name="Google Shape;148;p17"/>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9" name="Google Shape;149;p1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0" name="Google Shape;150;p17"/>
          <p:cNvGrpSpPr/>
          <p:nvPr/>
        </p:nvGrpSpPr>
        <p:grpSpPr>
          <a:xfrm>
            <a:off x="-112065" y="192348"/>
            <a:ext cx="12416361" cy="6491851"/>
            <a:chOff x="-211800" y="484698"/>
            <a:chExt cx="23466600" cy="16358864"/>
          </a:xfrm>
        </p:grpSpPr>
        <p:cxnSp>
          <p:nvCxnSpPr>
            <p:cNvPr id="151" name="Google Shape;151;p1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2" name="Google Shape;152;p1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7204693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and text">
  <p:cSld name="Title and text">
    <p:spTree>
      <p:nvGrpSpPr>
        <p:cNvPr id="1" name="Shape 153"/>
        <p:cNvGrpSpPr/>
        <p:nvPr/>
      </p:nvGrpSpPr>
      <p:grpSpPr>
        <a:xfrm>
          <a:off x="0" y="0"/>
          <a:ext cx="0" cy="0"/>
          <a:chOff x="0" y="0"/>
          <a:chExt cx="0" cy="0"/>
        </a:xfrm>
      </p:grpSpPr>
      <p:sp>
        <p:nvSpPr>
          <p:cNvPr id="154" name="Google Shape;154;p18"/>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55" name="Google Shape;155;p18"/>
          <p:cNvSpPr txBox="1">
            <a:spLocks noGrp="1"/>
          </p:cNvSpPr>
          <p:nvPr>
            <p:ph type="body" idx="1"/>
          </p:nvPr>
        </p:nvSpPr>
        <p:spPr>
          <a:xfrm>
            <a:off x="241908" y="1070287"/>
            <a:ext cx="11703494" cy="1741731"/>
          </a:xfrm>
          <a:prstGeom prst="rect">
            <a:avLst/>
          </a:prstGeom>
        </p:spPr>
        <p:txBody>
          <a:bodyPr spcFirstLastPara="1" wrap="square" lIns="256000" tIns="256000" rIns="256000" bIns="256000" anchor="t" anchorCtr="0">
            <a:noAutofit/>
          </a:bodyPr>
          <a:lstStyle>
            <a:lvl1pPr marL="181417" lvl="0" indent="-176378" rtl="0">
              <a:lnSpc>
                <a:spcPct val="100000"/>
              </a:lnSpc>
              <a:spcBef>
                <a:spcPts val="0"/>
              </a:spcBef>
              <a:spcAft>
                <a:spcPts val="0"/>
              </a:spcAft>
              <a:buSzPts val="3400"/>
              <a:buChar char="●"/>
              <a:defRPr sz="1389"/>
            </a:lvl1pPr>
            <a:lvl2pPr marL="362834" lvl="1" indent="-176378" rtl="0">
              <a:spcBef>
                <a:spcPts val="0"/>
              </a:spcBef>
              <a:spcAft>
                <a:spcPts val="0"/>
              </a:spcAft>
              <a:buSzPts val="3400"/>
              <a:buChar char="○"/>
              <a:defRPr sz="1349"/>
            </a:lvl2pPr>
            <a:lvl3pPr marL="544251" lvl="2" indent="-176378" rtl="0">
              <a:spcBef>
                <a:spcPts val="0"/>
              </a:spcBef>
              <a:spcAft>
                <a:spcPts val="0"/>
              </a:spcAft>
              <a:buSzPts val="3400"/>
              <a:buChar char="■"/>
              <a:defRPr sz="1349"/>
            </a:lvl3pPr>
            <a:lvl4pPr marL="725668" lvl="3" indent="-176378" rtl="0">
              <a:spcBef>
                <a:spcPts val="0"/>
              </a:spcBef>
              <a:spcAft>
                <a:spcPts val="0"/>
              </a:spcAft>
              <a:buSzPts val="3400"/>
              <a:buChar char="●"/>
              <a:defRPr sz="1349"/>
            </a:lvl4pPr>
            <a:lvl5pPr marL="907085" lvl="4" indent="-176378" rtl="0">
              <a:spcBef>
                <a:spcPts val="0"/>
              </a:spcBef>
              <a:spcAft>
                <a:spcPts val="0"/>
              </a:spcAft>
              <a:buSzPts val="3400"/>
              <a:buChar char="○"/>
              <a:defRPr sz="1349"/>
            </a:lvl5pPr>
            <a:lvl6pPr marL="1088502" lvl="5" indent="-176378" rtl="0">
              <a:spcBef>
                <a:spcPts val="0"/>
              </a:spcBef>
              <a:spcAft>
                <a:spcPts val="0"/>
              </a:spcAft>
              <a:buSzPts val="3400"/>
              <a:buChar char="■"/>
              <a:defRPr sz="1349"/>
            </a:lvl6pPr>
            <a:lvl7pPr marL="1269919" lvl="6" indent="-176378" rtl="0">
              <a:spcBef>
                <a:spcPts val="0"/>
              </a:spcBef>
              <a:spcAft>
                <a:spcPts val="0"/>
              </a:spcAft>
              <a:buSzPts val="3400"/>
              <a:buChar char="●"/>
              <a:defRPr sz="1349"/>
            </a:lvl7pPr>
            <a:lvl8pPr marL="1451336" lvl="7" indent="-176378" rtl="0">
              <a:spcBef>
                <a:spcPts val="0"/>
              </a:spcBef>
              <a:spcAft>
                <a:spcPts val="0"/>
              </a:spcAft>
              <a:buSzPts val="3400"/>
              <a:buChar char="○"/>
              <a:defRPr sz="1349"/>
            </a:lvl8pPr>
            <a:lvl9pPr marL="1632753" lvl="8" indent="-176378" rtl="0">
              <a:spcBef>
                <a:spcPts val="0"/>
              </a:spcBef>
              <a:spcAft>
                <a:spcPts val="0"/>
              </a:spcAft>
              <a:buSzPts val="3400"/>
              <a:buChar char="■"/>
              <a:defRPr sz="1349"/>
            </a:lvl9pPr>
          </a:lstStyle>
          <a:p>
            <a:endParaRPr/>
          </a:p>
        </p:txBody>
      </p:sp>
      <p:cxnSp>
        <p:nvCxnSpPr>
          <p:cNvPr id="156" name="Google Shape;156;p18"/>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7" name="Google Shape;157;p18"/>
          <p:cNvGrpSpPr/>
          <p:nvPr/>
        </p:nvGrpSpPr>
        <p:grpSpPr>
          <a:xfrm>
            <a:off x="-112065" y="192348"/>
            <a:ext cx="12416361" cy="6491851"/>
            <a:chOff x="-211800" y="484698"/>
            <a:chExt cx="23466600" cy="16358864"/>
          </a:xfrm>
        </p:grpSpPr>
        <p:cxnSp>
          <p:nvCxnSpPr>
            <p:cNvPr id="158" name="Google Shape;158;p18"/>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9" name="Google Shape;159;p18"/>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60" name="Google Shape;160;p18"/>
          <p:cNvPicPr preferRelativeResize="0"/>
          <p:nvPr/>
        </p:nvPicPr>
        <p:blipFill>
          <a:blip r:embed="rId2">
            <a:alphaModFix/>
          </a:blip>
          <a:stretch>
            <a:fillRect/>
          </a:stretch>
        </p:blipFill>
        <p:spPr>
          <a:xfrm>
            <a:off x="11945416" y="2244428"/>
            <a:ext cx="2378763" cy="2264161"/>
          </a:xfrm>
          <a:prstGeom prst="rect">
            <a:avLst/>
          </a:prstGeom>
          <a:noFill/>
          <a:ln>
            <a:noFill/>
          </a:ln>
        </p:spPr>
      </p:pic>
      <p:pic>
        <p:nvPicPr>
          <p:cNvPr id="161" name="Google Shape;161;p18"/>
          <p:cNvPicPr preferRelativeResize="0"/>
          <p:nvPr/>
        </p:nvPicPr>
        <p:blipFill>
          <a:blip r:embed="rId3">
            <a:alphaModFix/>
          </a:blip>
          <a:stretch>
            <a:fillRect/>
          </a:stretch>
        </p:blipFill>
        <p:spPr>
          <a:xfrm rot="-3915739">
            <a:off x="-1755282" y="4830327"/>
            <a:ext cx="3367892" cy="493896"/>
          </a:xfrm>
          <a:prstGeom prst="rect">
            <a:avLst/>
          </a:prstGeom>
          <a:noFill/>
          <a:ln>
            <a:noFill/>
          </a:ln>
        </p:spPr>
      </p:pic>
    </p:spTree>
    <p:extLst>
      <p:ext uri="{BB962C8B-B14F-4D97-AF65-F5344CB8AC3E}">
        <p14:creationId xmlns:p14="http://schemas.microsoft.com/office/powerpoint/2010/main" val="181359747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text 1">
  <p:cSld name="Title and text 1">
    <p:spTree>
      <p:nvGrpSpPr>
        <p:cNvPr id="1" name="Shape 162"/>
        <p:cNvGrpSpPr/>
        <p:nvPr/>
      </p:nvGrpSpPr>
      <p:grpSpPr>
        <a:xfrm>
          <a:off x="0" y="0"/>
          <a:ext cx="0" cy="0"/>
          <a:chOff x="0" y="0"/>
          <a:chExt cx="0" cy="0"/>
        </a:xfrm>
      </p:grpSpPr>
      <p:sp>
        <p:nvSpPr>
          <p:cNvPr id="163" name="Google Shape;163;p19"/>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64" name="Google Shape;164;p19"/>
          <p:cNvSpPr txBox="1">
            <a:spLocks noGrp="1"/>
          </p:cNvSpPr>
          <p:nvPr>
            <p:ph type="subTitle" idx="1"/>
          </p:nvPr>
        </p:nvSpPr>
        <p:spPr>
          <a:xfrm>
            <a:off x="742496" y="932604"/>
            <a:ext cx="10706179" cy="1646846"/>
          </a:xfrm>
          <a:prstGeom prst="rect">
            <a:avLst/>
          </a:prstGeom>
        </p:spPr>
        <p:txBody>
          <a:bodyPr spcFirstLastPara="1" wrap="square" lIns="256000" tIns="256000" rIns="256000" bIns="256000" anchor="t" anchorCtr="0">
            <a:noAutofit/>
          </a:bodyPr>
          <a:lstStyle>
            <a:lvl1pPr lvl="0" algn="ctr" rtl="0">
              <a:lnSpc>
                <a:spcPct val="100000"/>
              </a:lnSpc>
              <a:spcBef>
                <a:spcPts val="0"/>
              </a:spcBef>
              <a:spcAft>
                <a:spcPts val="0"/>
              </a:spcAft>
              <a:buSzPts val="3500"/>
              <a:buNone/>
              <a:defRPr sz="1389"/>
            </a:lvl1pPr>
            <a:lvl2pPr lvl="1" algn="ctr" rtl="0">
              <a:lnSpc>
                <a:spcPct val="100000"/>
              </a:lnSpc>
              <a:spcBef>
                <a:spcPts val="0"/>
              </a:spcBef>
              <a:spcAft>
                <a:spcPts val="0"/>
              </a:spcAft>
              <a:buSzPts val="3500"/>
              <a:buNone/>
              <a:defRPr sz="1389"/>
            </a:lvl2pPr>
            <a:lvl3pPr lvl="2" algn="ctr" rtl="0">
              <a:lnSpc>
                <a:spcPct val="100000"/>
              </a:lnSpc>
              <a:spcBef>
                <a:spcPts val="0"/>
              </a:spcBef>
              <a:spcAft>
                <a:spcPts val="0"/>
              </a:spcAft>
              <a:buSzPts val="3500"/>
              <a:buNone/>
              <a:defRPr sz="1389"/>
            </a:lvl3pPr>
            <a:lvl4pPr lvl="3" algn="ctr" rtl="0">
              <a:lnSpc>
                <a:spcPct val="100000"/>
              </a:lnSpc>
              <a:spcBef>
                <a:spcPts val="0"/>
              </a:spcBef>
              <a:spcAft>
                <a:spcPts val="0"/>
              </a:spcAft>
              <a:buSzPts val="3500"/>
              <a:buNone/>
              <a:defRPr sz="1389"/>
            </a:lvl4pPr>
            <a:lvl5pPr lvl="4" algn="ctr" rtl="0">
              <a:lnSpc>
                <a:spcPct val="100000"/>
              </a:lnSpc>
              <a:spcBef>
                <a:spcPts val="0"/>
              </a:spcBef>
              <a:spcAft>
                <a:spcPts val="0"/>
              </a:spcAft>
              <a:buSzPts val="3500"/>
              <a:buNone/>
              <a:defRPr sz="1389"/>
            </a:lvl5pPr>
            <a:lvl6pPr lvl="5" algn="ctr" rtl="0">
              <a:lnSpc>
                <a:spcPct val="100000"/>
              </a:lnSpc>
              <a:spcBef>
                <a:spcPts val="0"/>
              </a:spcBef>
              <a:spcAft>
                <a:spcPts val="0"/>
              </a:spcAft>
              <a:buSzPts val="3500"/>
              <a:buNone/>
              <a:defRPr sz="1389"/>
            </a:lvl6pPr>
            <a:lvl7pPr lvl="6" algn="ctr" rtl="0">
              <a:lnSpc>
                <a:spcPct val="100000"/>
              </a:lnSpc>
              <a:spcBef>
                <a:spcPts val="0"/>
              </a:spcBef>
              <a:spcAft>
                <a:spcPts val="0"/>
              </a:spcAft>
              <a:buSzPts val="3500"/>
              <a:buNone/>
              <a:defRPr sz="1389"/>
            </a:lvl7pPr>
            <a:lvl8pPr lvl="7" algn="ctr" rtl="0">
              <a:lnSpc>
                <a:spcPct val="100000"/>
              </a:lnSpc>
              <a:spcBef>
                <a:spcPts val="0"/>
              </a:spcBef>
              <a:spcAft>
                <a:spcPts val="0"/>
              </a:spcAft>
              <a:buSzPts val="3500"/>
              <a:buNone/>
              <a:defRPr sz="1389"/>
            </a:lvl8pPr>
            <a:lvl9pPr lvl="8" algn="ctr" rtl="0">
              <a:lnSpc>
                <a:spcPct val="100000"/>
              </a:lnSpc>
              <a:spcBef>
                <a:spcPts val="0"/>
              </a:spcBef>
              <a:spcAft>
                <a:spcPts val="0"/>
              </a:spcAft>
              <a:buSzPts val="3500"/>
              <a:buNone/>
              <a:defRPr sz="1389"/>
            </a:lvl9pPr>
          </a:lstStyle>
          <a:p>
            <a:endParaRPr/>
          </a:p>
        </p:txBody>
      </p:sp>
      <p:pic>
        <p:nvPicPr>
          <p:cNvPr id="165" name="Google Shape;165;p19"/>
          <p:cNvPicPr preferRelativeResize="0"/>
          <p:nvPr/>
        </p:nvPicPr>
        <p:blipFill>
          <a:blip r:embed="rId2">
            <a:alphaModFix/>
          </a:blip>
          <a:stretch>
            <a:fillRect/>
          </a:stretch>
        </p:blipFill>
        <p:spPr>
          <a:xfrm>
            <a:off x="-1426779" y="4467534"/>
            <a:ext cx="2135135" cy="2032270"/>
          </a:xfrm>
          <a:prstGeom prst="rect">
            <a:avLst/>
          </a:prstGeom>
          <a:noFill/>
          <a:ln>
            <a:noFill/>
          </a:ln>
        </p:spPr>
      </p:pic>
      <p:grpSp>
        <p:nvGrpSpPr>
          <p:cNvPr id="166" name="Google Shape;166;p19"/>
          <p:cNvGrpSpPr/>
          <p:nvPr/>
        </p:nvGrpSpPr>
        <p:grpSpPr>
          <a:xfrm>
            <a:off x="582954" y="5491415"/>
            <a:ext cx="1384204" cy="882871"/>
            <a:chOff x="3089625" y="1360075"/>
            <a:chExt cx="1869050" cy="1589450"/>
          </a:xfrm>
        </p:grpSpPr>
        <p:sp>
          <p:nvSpPr>
            <p:cNvPr id="167" name="Google Shape;167;p19"/>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8" name="Google Shape;168;p19"/>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9" name="Google Shape;169;p19"/>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0" name="Google Shape;170;p19"/>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71" name="Google Shape;171;p19"/>
          <p:cNvPicPr preferRelativeResize="0"/>
          <p:nvPr/>
        </p:nvPicPr>
        <p:blipFill>
          <a:blip r:embed="rId3">
            <a:alphaModFix/>
          </a:blip>
          <a:stretch>
            <a:fillRect/>
          </a:stretch>
        </p:blipFill>
        <p:spPr>
          <a:xfrm rot="-3915739">
            <a:off x="10408959" y="4741197"/>
            <a:ext cx="3367892" cy="493896"/>
          </a:xfrm>
          <a:prstGeom prst="rect">
            <a:avLst/>
          </a:prstGeom>
          <a:noFill/>
          <a:ln>
            <a:noFill/>
          </a:ln>
        </p:spPr>
      </p:pic>
      <p:pic>
        <p:nvPicPr>
          <p:cNvPr id="172" name="Google Shape;172;p19"/>
          <p:cNvPicPr preferRelativeResize="0"/>
          <p:nvPr/>
        </p:nvPicPr>
        <p:blipFill>
          <a:blip r:embed="rId4">
            <a:alphaModFix/>
          </a:blip>
          <a:stretch>
            <a:fillRect/>
          </a:stretch>
        </p:blipFill>
        <p:spPr>
          <a:xfrm>
            <a:off x="3681532" y="5336020"/>
            <a:ext cx="1036562" cy="777439"/>
          </a:xfrm>
          <a:prstGeom prst="rect">
            <a:avLst/>
          </a:prstGeom>
          <a:noFill/>
          <a:ln>
            <a:noFill/>
          </a:ln>
        </p:spPr>
      </p:pic>
      <p:grpSp>
        <p:nvGrpSpPr>
          <p:cNvPr id="173" name="Google Shape;173;p19"/>
          <p:cNvGrpSpPr/>
          <p:nvPr/>
        </p:nvGrpSpPr>
        <p:grpSpPr>
          <a:xfrm>
            <a:off x="7941982" y="5663295"/>
            <a:ext cx="5835689" cy="1366836"/>
            <a:chOff x="12013575" y="13837850"/>
            <a:chExt cx="11029300" cy="3444300"/>
          </a:xfrm>
        </p:grpSpPr>
        <p:sp>
          <p:nvSpPr>
            <p:cNvPr id="174" name="Google Shape;174;p19"/>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175" name="Google Shape;175;p19"/>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6" name="Google Shape;176;p19"/>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7" name="Google Shape;177;p19"/>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8" name="Google Shape;178;p19"/>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9" name="Google Shape;179;p19"/>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0" name="Google Shape;180;p19"/>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1" name="Google Shape;181;p19"/>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2" name="Google Shape;182;p19"/>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3" name="Google Shape;183;p19"/>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4" name="Google Shape;184;p19"/>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5" name="Google Shape;185;p19"/>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6" name="Google Shape;186;p19"/>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7" name="Google Shape;187;p19"/>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8" name="Google Shape;188;p19"/>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9" name="Google Shape;189;p19"/>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0" name="Google Shape;190;p19"/>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1" name="Google Shape;191;p19"/>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2" name="Google Shape;192;p19"/>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3" name="Google Shape;193;p19"/>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4" name="Google Shape;194;p19"/>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5" name="Google Shape;195;p19"/>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6" name="Google Shape;196;p19"/>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7" name="Google Shape;197;p19"/>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8" name="Google Shape;198;p19"/>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9" name="Google Shape;199;p19"/>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0" name="Google Shape;200;p19"/>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1" name="Google Shape;201;p19"/>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2" name="Google Shape;202;p19"/>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3" name="Google Shape;203;p19"/>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4" name="Google Shape;204;p19"/>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5" name="Google Shape;205;p19"/>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6" name="Google Shape;206;p19"/>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grpSp>
        <p:nvGrpSpPr>
          <p:cNvPr id="207" name="Google Shape;207;p19"/>
          <p:cNvGrpSpPr/>
          <p:nvPr/>
        </p:nvGrpSpPr>
        <p:grpSpPr>
          <a:xfrm>
            <a:off x="-112065" y="192348"/>
            <a:ext cx="12416361" cy="6491851"/>
            <a:chOff x="-211800" y="484698"/>
            <a:chExt cx="23466600" cy="16358864"/>
          </a:xfrm>
        </p:grpSpPr>
        <p:cxnSp>
          <p:nvCxnSpPr>
            <p:cNvPr id="208" name="Google Shape;208;p19"/>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209" name="Google Shape;209;p19"/>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7118813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slideLayout" Target="../slideLayouts/slideLayout29.xml"/><Relationship Id="rId18" Type="http://schemas.openxmlformats.org/officeDocument/2006/relationships/slideLayout" Target="../slideLayouts/slideLayout3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slideLayout" Target="../slideLayouts/slideLayout28.xml"/><Relationship Id="rId17" Type="http://schemas.openxmlformats.org/officeDocument/2006/relationships/slideLayout" Target="../slideLayouts/slideLayout33.xml"/><Relationship Id="rId2" Type="http://schemas.openxmlformats.org/officeDocument/2006/relationships/slideLayout" Target="../slideLayouts/slideLayout18.xml"/><Relationship Id="rId16" Type="http://schemas.openxmlformats.org/officeDocument/2006/relationships/slideLayout" Target="../slideLayouts/slideLayout32.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5" Type="http://schemas.openxmlformats.org/officeDocument/2006/relationships/slideLayout" Target="../slideLayouts/slideLayout21.xml"/><Relationship Id="rId15" Type="http://schemas.openxmlformats.org/officeDocument/2006/relationships/slideLayout" Target="../slideLayouts/slideLayout31.xml"/><Relationship Id="rId10" Type="http://schemas.openxmlformats.org/officeDocument/2006/relationships/slideLayout" Target="../slideLayouts/slideLayout26.xml"/><Relationship Id="rId19" Type="http://schemas.openxmlformats.org/officeDocument/2006/relationships/theme" Target="../theme/theme2.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6" y="593388"/>
            <a:ext cx="11360950" cy="763599"/>
          </a:xfrm>
          <a:prstGeom prst="rect">
            <a:avLst/>
          </a:prstGeom>
          <a:noFill/>
          <a:ln>
            <a:noFill/>
          </a:ln>
        </p:spPr>
        <p:txBody>
          <a:bodyPr spcFirstLastPara="1" wrap="square" lIns="256000" tIns="256000" rIns="256000" bIns="256000" anchor="t" anchorCtr="0">
            <a:noAutofit/>
          </a:bodyPr>
          <a:lstStyle>
            <a:lvl1pPr lvl="0"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1pPr>
            <a:lvl2pPr lvl="1"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2pPr>
            <a:lvl3pPr lvl="2"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3pPr>
            <a:lvl4pPr lvl="3"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4pPr>
            <a:lvl5pPr lvl="4"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5pPr>
            <a:lvl6pPr lvl="5"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6pPr>
            <a:lvl7pPr lvl="6"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7pPr>
            <a:lvl8pPr lvl="7"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8pPr>
            <a:lvl9pPr lvl="8"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415601" y="1536694"/>
            <a:ext cx="11360950" cy="5140070"/>
          </a:xfrm>
          <a:prstGeom prst="rect">
            <a:avLst/>
          </a:prstGeom>
          <a:noFill/>
          <a:ln>
            <a:noFill/>
          </a:ln>
        </p:spPr>
        <p:txBody>
          <a:bodyPr spcFirstLastPara="1" wrap="square" lIns="256000" tIns="256000" rIns="256000" bIns="256000" anchor="t" anchorCtr="0">
            <a:noAutofit/>
          </a:bodyPr>
          <a:lstStyle>
            <a:lvl1pPr marL="457200" lvl="0"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1pPr>
            <a:lvl2pPr marL="914400" lvl="1"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2pPr>
            <a:lvl3pPr marL="1371600" lvl="2"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3pPr>
            <a:lvl4pPr marL="1828800" lvl="3"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4pPr>
            <a:lvl5pPr marL="2286000" lvl="4"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5pPr>
            <a:lvl6pPr marL="2743200" lvl="5"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6pPr>
            <a:lvl7pPr marL="3200400" lvl="6"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7pPr>
            <a:lvl8pPr marL="3657600" lvl="7"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8pPr>
            <a:lvl9pPr marL="4114800" lvl="8"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9pPr>
          </a:lstStyle>
          <a:p>
            <a:endParaRPr/>
          </a:p>
        </p:txBody>
      </p:sp>
    </p:spTree>
    <p:extLst>
      <p:ext uri="{BB962C8B-B14F-4D97-AF65-F5344CB8AC3E}">
        <p14:creationId xmlns:p14="http://schemas.microsoft.com/office/powerpoint/2010/main" val="2264609537"/>
      </p:ext>
    </p:extLst>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6" r:id="rId5"/>
    <p:sldLayoutId id="2147483667" r:id="rId6"/>
    <p:sldLayoutId id="2147483668" r:id="rId7"/>
    <p:sldLayoutId id="2147483669" r:id="rId8"/>
    <p:sldLayoutId id="2147483670" r:id="rId9"/>
    <p:sldLayoutId id="2147483671" r:id="rId10"/>
    <p:sldLayoutId id="2147483673" r:id="rId11"/>
    <p:sldLayoutId id="2147483674" r:id="rId12"/>
    <p:sldLayoutId id="2147483675" r:id="rId13"/>
    <p:sldLayoutId id="2147483676" r:id="rId14"/>
    <p:sldLayoutId id="2147483677" r:id="rId15"/>
    <p:sldLayoutId id="2147483678"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6" y="593388"/>
            <a:ext cx="11360950" cy="763599"/>
          </a:xfrm>
          <a:prstGeom prst="rect">
            <a:avLst/>
          </a:prstGeom>
          <a:noFill/>
          <a:ln>
            <a:noFill/>
          </a:ln>
        </p:spPr>
        <p:txBody>
          <a:bodyPr spcFirstLastPara="1" wrap="square" lIns="256000" tIns="256000" rIns="256000" bIns="256000" anchor="t" anchorCtr="0">
            <a:noAutofit/>
          </a:bodyPr>
          <a:lstStyle>
            <a:lvl1pPr lvl="0"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1pPr>
            <a:lvl2pPr lvl="1"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2pPr>
            <a:lvl3pPr lvl="2"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3pPr>
            <a:lvl4pPr lvl="3"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4pPr>
            <a:lvl5pPr lvl="4"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5pPr>
            <a:lvl6pPr lvl="5"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6pPr>
            <a:lvl7pPr lvl="6"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7pPr>
            <a:lvl8pPr lvl="7"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8pPr>
            <a:lvl9pPr lvl="8"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415601" y="1536694"/>
            <a:ext cx="11360950" cy="5140070"/>
          </a:xfrm>
          <a:prstGeom prst="rect">
            <a:avLst/>
          </a:prstGeom>
          <a:noFill/>
          <a:ln>
            <a:noFill/>
          </a:ln>
        </p:spPr>
        <p:txBody>
          <a:bodyPr spcFirstLastPara="1" wrap="square" lIns="256000" tIns="256000" rIns="256000" bIns="256000" anchor="t" anchorCtr="0">
            <a:noAutofit/>
          </a:bodyPr>
          <a:lstStyle>
            <a:lvl1pPr marL="457200" lvl="0"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1pPr>
            <a:lvl2pPr marL="914400" lvl="1"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2pPr>
            <a:lvl3pPr marL="1371600" lvl="2"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3pPr>
            <a:lvl4pPr marL="1828800" lvl="3"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4pPr>
            <a:lvl5pPr marL="2286000" lvl="4"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5pPr>
            <a:lvl6pPr marL="2743200" lvl="5"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6pPr>
            <a:lvl7pPr marL="3200400" lvl="6"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7pPr>
            <a:lvl8pPr marL="3657600" lvl="7"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8pPr>
            <a:lvl9pPr marL="4114800" lvl="8"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9pPr>
          </a:lstStyle>
          <a:p>
            <a:endParaRPr/>
          </a:p>
        </p:txBody>
      </p:sp>
    </p:spTree>
    <p:extLst>
      <p:ext uri="{BB962C8B-B14F-4D97-AF65-F5344CB8AC3E}">
        <p14:creationId xmlns:p14="http://schemas.microsoft.com/office/powerpoint/2010/main" val="1339962003"/>
      </p:ext>
    </p:extLst>
  </p:cSld>
  <p:clrMap bg1="lt1" tx1="dk1" bg2="dk2" tx2="lt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 id="2147483693" r:id="rId14"/>
    <p:sldLayoutId id="2147483694" r:id="rId15"/>
    <p:sldLayoutId id="2147483695" r:id="rId16"/>
    <p:sldLayoutId id="2147483696" r:id="rId17"/>
    <p:sldLayoutId id="2147483697" r:id="rId1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1.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3"/>
          <p:cNvSpPr txBox="1">
            <a:spLocks noGrp="1"/>
          </p:cNvSpPr>
          <p:nvPr>
            <p:ph type="ctrTitle"/>
          </p:nvPr>
        </p:nvSpPr>
        <p:spPr>
          <a:xfrm>
            <a:off x="2322278" y="2664317"/>
            <a:ext cx="7547539" cy="1392618"/>
          </a:xfrm>
          <a:prstGeom prst="rect">
            <a:avLst/>
          </a:prstGeom>
        </p:spPr>
        <p:txBody>
          <a:bodyPr spcFirstLastPara="1" wrap="square" lIns="101591" tIns="101591" rIns="101591" bIns="101591" anchor="b" anchorCtr="0">
            <a:noAutofit/>
          </a:bodyPr>
          <a:lstStyle/>
          <a:p>
            <a:r>
              <a:rPr lang="en-US" sz="2600" i="0" dirty="0">
                <a:solidFill>
                  <a:srgbClr val="000000"/>
                </a:solidFill>
                <a:effectLst/>
                <a:latin typeface="Times New Roman" panose="02020603050405020304" pitchFamily="18" charset="0"/>
                <a:cs typeface="Times New Roman" panose="02020603050405020304" pitchFamily="18" charset="0"/>
              </a:rPr>
              <a:t>Improved Waveform Classification for Integrated Radar-Communication 6G Systems via Convolutional Neural Networks</a:t>
            </a:r>
            <a:r>
              <a:rPr lang="en-US" sz="2600" dirty="0">
                <a:latin typeface="Times New Roman" panose="02020603050405020304" pitchFamily="18" charset="0"/>
                <a:cs typeface="Times New Roman" panose="02020603050405020304" pitchFamily="18" charset="0"/>
              </a:rPr>
              <a:t> </a:t>
            </a:r>
            <a:endParaRPr sz="2600" dirty="0">
              <a:latin typeface="Times New Roman" panose="02020603050405020304" pitchFamily="18" charset="0"/>
              <a:cs typeface="Times New Roman" panose="02020603050405020304" pitchFamily="18" charset="0"/>
            </a:endParaRPr>
          </a:p>
        </p:txBody>
      </p:sp>
      <p:sp>
        <p:nvSpPr>
          <p:cNvPr id="221" name="Google Shape;221;p23"/>
          <p:cNvSpPr txBox="1">
            <a:spLocks noGrp="1"/>
          </p:cNvSpPr>
          <p:nvPr>
            <p:ph type="subTitle" idx="1"/>
          </p:nvPr>
        </p:nvSpPr>
        <p:spPr>
          <a:xfrm>
            <a:off x="1419348" y="3925407"/>
            <a:ext cx="9787605" cy="869022"/>
          </a:xfrm>
          <a:prstGeom prst="rect">
            <a:avLst/>
          </a:prstGeom>
        </p:spPr>
        <p:txBody>
          <a:bodyPr spcFirstLastPara="1" wrap="square" lIns="101591" tIns="101591" rIns="101591" bIns="101591" anchor="t" anchorCtr="0">
            <a:noAutofit/>
          </a:bodyPr>
          <a:lstStyle/>
          <a:p>
            <a:r>
              <a:rPr lang="en-US" sz="1800" b="0" i="0" dirty="0">
                <a:solidFill>
                  <a:srgbClr val="0070C0"/>
                </a:solidFill>
                <a:effectLst/>
                <a:latin typeface="NimbusRomNo9L-Regu"/>
              </a:rPr>
              <a:t>Thien Huynh-The, </a:t>
            </a:r>
            <a:r>
              <a:rPr lang="en-US" sz="1800" b="0" i="1" dirty="0">
                <a:solidFill>
                  <a:srgbClr val="0070C0"/>
                </a:solidFill>
                <a:effectLst/>
                <a:latin typeface="NimbusRomNo9L-ReguItal"/>
              </a:rPr>
              <a:t>Senior Member, IEEE</a:t>
            </a:r>
            <a:r>
              <a:rPr lang="en-US" sz="1800" b="0" i="0" dirty="0">
                <a:solidFill>
                  <a:srgbClr val="0070C0"/>
                </a:solidFill>
                <a:effectLst/>
                <a:latin typeface="NimbusRomNo9L-Regu"/>
              </a:rPr>
              <a:t>, Nguyen Cong Luong, Hoc Phan,</a:t>
            </a:r>
          </a:p>
          <a:p>
            <a:r>
              <a:rPr lang="en-US" sz="1800" b="0" i="0" dirty="0">
                <a:solidFill>
                  <a:srgbClr val="0070C0"/>
                </a:solidFill>
                <a:effectLst/>
                <a:latin typeface="NimbusRomNo9L-Regu"/>
              </a:rPr>
              <a:t>Daniel </a:t>
            </a:r>
            <a:r>
              <a:rPr lang="en-US" sz="1800" b="0" i="0" dirty="0" err="1">
                <a:solidFill>
                  <a:srgbClr val="0070C0"/>
                </a:solidFill>
                <a:effectLst/>
                <a:latin typeface="NimbusRomNo9L-Regu"/>
              </a:rPr>
              <a:t>Benevides</a:t>
            </a:r>
            <a:r>
              <a:rPr lang="en-US" sz="1800" b="0" i="0" dirty="0">
                <a:solidFill>
                  <a:srgbClr val="0070C0"/>
                </a:solidFill>
                <a:effectLst/>
                <a:latin typeface="NimbusRomNo9L-Regu"/>
              </a:rPr>
              <a:t> da Costa, </a:t>
            </a:r>
            <a:r>
              <a:rPr lang="en-US" sz="1800" b="0" i="1" dirty="0">
                <a:solidFill>
                  <a:srgbClr val="0070C0"/>
                </a:solidFill>
                <a:effectLst/>
                <a:latin typeface="NimbusRomNo9L-ReguItal"/>
              </a:rPr>
              <a:t>Senior Member, IEEE</a:t>
            </a:r>
            <a:r>
              <a:rPr lang="en-US" sz="1800" b="0" i="0" dirty="0">
                <a:solidFill>
                  <a:srgbClr val="0070C0"/>
                </a:solidFill>
                <a:effectLst/>
                <a:latin typeface="NimbusRomNo9L-Regu"/>
              </a:rPr>
              <a:t>, and Quoc-Viet Pham, </a:t>
            </a:r>
            <a:r>
              <a:rPr lang="en-US" sz="1800" b="0" i="1" dirty="0">
                <a:solidFill>
                  <a:srgbClr val="0070C0"/>
                </a:solidFill>
                <a:effectLst/>
                <a:latin typeface="NimbusRomNo9L-ReguItal"/>
              </a:rPr>
              <a:t>Senior Member, IEEE</a:t>
            </a:r>
            <a:r>
              <a:rPr lang="en-US" dirty="0">
                <a:solidFill>
                  <a:srgbClr val="0070C0"/>
                </a:solidFill>
              </a:rPr>
              <a:t> </a:t>
            </a:r>
            <a:br>
              <a:rPr lang="en-US" dirty="0">
                <a:solidFill>
                  <a:srgbClr val="0070C0"/>
                </a:solidFill>
              </a:rPr>
            </a:br>
            <a:endParaRPr dirty="0">
              <a:solidFill>
                <a:srgbClr val="0070C0"/>
              </a:solidFill>
            </a:endParaRPr>
          </a:p>
        </p:txBody>
      </p:sp>
      <p:pic>
        <p:nvPicPr>
          <p:cNvPr id="256" name="Google Shape;256;p23"/>
          <p:cNvPicPr preferRelativeResize="0"/>
          <p:nvPr/>
        </p:nvPicPr>
        <p:blipFill>
          <a:blip r:embed="rId3">
            <a:alphaModFix/>
          </a:blip>
          <a:stretch>
            <a:fillRect/>
          </a:stretch>
        </p:blipFill>
        <p:spPr>
          <a:xfrm>
            <a:off x="9869817" y="5298103"/>
            <a:ext cx="777439" cy="777439"/>
          </a:xfrm>
          <a:prstGeom prst="rect">
            <a:avLst/>
          </a:prstGeom>
          <a:noFill/>
          <a:ln>
            <a:noFill/>
          </a:ln>
        </p:spPr>
      </p:pic>
      <p:pic>
        <p:nvPicPr>
          <p:cNvPr id="257" name="Google Shape;257;p23"/>
          <p:cNvPicPr preferRelativeResize="0"/>
          <p:nvPr/>
        </p:nvPicPr>
        <p:blipFill>
          <a:blip r:embed="rId3">
            <a:alphaModFix/>
          </a:blip>
          <a:stretch>
            <a:fillRect/>
          </a:stretch>
        </p:blipFill>
        <p:spPr>
          <a:xfrm>
            <a:off x="8750198" y="5776243"/>
            <a:ext cx="777439" cy="777439"/>
          </a:xfrm>
          <a:prstGeom prst="rect">
            <a:avLst/>
          </a:prstGeom>
          <a:noFill/>
          <a:ln>
            <a:noFill/>
          </a:ln>
        </p:spPr>
      </p:pic>
      <p:pic>
        <p:nvPicPr>
          <p:cNvPr id="258" name="Google Shape;258;p23"/>
          <p:cNvPicPr preferRelativeResize="0"/>
          <p:nvPr/>
        </p:nvPicPr>
        <p:blipFill>
          <a:blip r:embed="rId4">
            <a:alphaModFix/>
          </a:blip>
          <a:stretch>
            <a:fillRect/>
          </a:stretch>
        </p:blipFill>
        <p:spPr>
          <a:xfrm rot="-4131429">
            <a:off x="-560268" y="4298140"/>
            <a:ext cx="3367892" cy="370430"/>
          </a:xfrm>
          <a:prstGeom prst="rect">
            <a:avLst/>
          </a:prstGeom>
          <a:noFill/>
          <a:ln>
            <a:noFill/>
          </a:ln>
        </p:spPr>
      </p:pic>
      <p:grpSp>
        <p:nvGrpSpPr>
          <p:cNvPr id="259" name="Google Shape;259;p23"/>
          <p:cNvGrpSpPr/>
          <p:nvPr/>
        </p:nvGrpSpPr>
        <p:grpSpPr>
          <a:xfrm>
            <a:off x="8521540" y="5551890"/>
            <a:ext cx="1038154" cy="1047303"/>
            <a:chOff x="255550" y="1284450"/>
            <a:chExt cx="2544550" cy="2566975"/>
          </a:xfrm>
        </p:grpSpPr>
        <p:sp>
          <p:nvSpPr>
            <p:cNvPr id="260" name="Google Shape;260;p23"/>
            <p:cNvSpPr/>
            <p:nvPr/>
          </p:nvSpPr>
          <p:spPr>
            <a:xfrm>
              <a:off x="1771050" y="1284450"/>
              <a:ext cx="1029050" cy="2353850"/>
            </a:xfrm>
            <a:custGeom>
              <a:avLst/>
              <a:gdLst/>
              <a:ahLst/>
              <a:cxnLst/>
              <a:rect l="l" t="t" r="r" b="b"/>
              <a:pathLst>
                <a:path w="41162" h="94154" extrusionOk="0">
                  <a:moveTo>
                    <a:pt x="5501" y="1"/>
                  </a:moveTo>
                  <a:lnTo>
                    <a:pt x="1" y="61484"/>
                  </a:lnTo>
                  <a:lnTo>
                    <a:pt x="35645" y="94153"/>
                  </a:lnTo>
                  <a:lnTo>
                    <a:pt x="41162" y="32670"/>
                  </a:lnTo>
                  <a:lnTo>
                    <a:pt x="5501"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1" name="Google Shape;261;p23"/>
            <p:cNvSpPr/>
            <p:nvPr/>
          </p:nvSpPr>
          <p:spPr>
            <a:xfrm>
              <a:off x="1766475" y="1289850"/>
              <a:ext cx="1028225" cy="2344300"/>
            </a:xfrm>
            <a:custGeom>
              <a:avLst/>
              <a:gdLst/>
              <a:ahLst/>
              <a:cxnLst/>
              <a:rect l="l" t="t" r="r" b="b"/>
              <a:pathLst>
                <a:path w="41129" h="93772" extrusionOk="0">
                  <a:moveTo>
                    <a:pt x="5468" y="1"/>
                  </a:moveTo>
                  <a:lnTo>
                    <a:pt x="1" y="61102"/>
                  </a:lnTo>
                  <a:lnTo>
                    <a:pt x="35661" y="93771"/>
                  </a:lnTo>
                  <a:lnTo>
                    <a:pt x="41128" y="32670"/>
                  </a:lnTo>
                  <a:lnTo>
                    <a:pt x="5468"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2" name="Google Shape;262;p23"/>
            <p:cNvSpPr/>
            <p:nvPr/>
          </p:nvSpPr>
          <p:spPr>
            <a:xfrm>
              <a:off x="255550" y="2821550"/>
              <a:ext cx="2406625" cy="1029875"/>
            </a:xfrm>
            <a:custGeom>
              <a:avLst/>
              <a:gdLst/>
              <a:ahLst/>
              <a:cxnLst/>
              <a:rect l="l" t="t" r="r" b="b"/>
              <a:pathLst>
                <a:path w="96265" h="41195" extrusionOk="0">
                  <a:moveTo>
                    <a:pt x="60621" y="0"/>
                  </a:moveTo>
                  <a:lnTo>
                    <a:pt x="1" y="8525"/>
                  </a:lnTo>
                  <a:lnTo>
                    <a:pt x="35662" y="41194"/>
                  </a:lnTo>
                  <a:lnTo>
                    <a:pt x="96265" y="32669"/>
                  </a:lnTo>
                  <a:lnTo>
                    <a:pt x="60621" y="0"/>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3" name="Google Shape;263;p23"/>
            <p:cNvSpPr/>
            <p:nvPr/>
          </p:nvSpPr>
          <p:spPr>
            <a:xfrm>
              <a:off x="260950" y="2817375"/>
              <a:ext cx="2397075" cy="1028225"/>
            </a:xfrm>
            <a:custGeom>
              <a:avLst/>
              <a:gdLst/>
              <a:ahLst/>
              <a:cxnLst/>
              <a:rect l="l" t="t" r="r" b="b"/>
              <a:pathLst>
                <a:path w="95883" h="41129" extrusionOk="0">
                  <a:moveTo>
                    <a:pt x="60222" y="1"/>
                  </a:moveTo>
                  <a:lnTo>
                    <a:pt x="1" y="8459"/>
                  </a:lnTo>
                  <a:lnTo>
                    <a:pt x="35662" y="41128"/>
                  </a:lnTo>
                  <a:lnTo>
                    <a:pt x="95882" y="32670"/>
                  </a:lnTo>
                  <a:lnTo>
                    <a:pt x="60222"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4" name="Google Shape;264;p23"/>
            <p:cNvSpPr/>
            <p:nvPr/>
          </p:nvSpPr>
          <p:spPr>
            <a:xfrm>
              <a:off x="260950" y="1501300"/>
              <a:ext cx="1028225" cy="2344300"/>
            </a:xfrm>
            <a:custGeom>
              <a:avLst/>
              <a:gdLst/>
              <a:ahLst/>
              <a:cxnLst/>
              <a:rect l="l" t="t" r="r" b="b"/>
              <a:pathLst>
                <a:path w="41129" h="93772" extrusionOk="0">
                  <a:moveTo>
                    <a:pt x="5468" y="1"/>
                  </a:moveTo>
                  <a:lnTo>
                    <a:pt x="1" y="61102"/>
                  </a:lnTo>
                  <a:lnTo>
                    <a:pt x="35662" y="93771"/>
                  </a:lnTo>
                  <a:lnTo>
                    <a:pt x="41129" y="32670"/>
                  </a:lnTo>
                  <a:lnTo>
                    <a:pt x="5468"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5" name="Google Shape;265;p23"/>
            <p:cNvSpPr/>
            <p:nvPr/>
          </p:nvSpPr>
          <p:spPr>
            <a:xfrm>
              <a:off x="260950" y="1501300"/>
              <a:ext cx="1028225" cy="2344300"/>
            </a:xfrm>
            <a:custGeom>
              <a:avLst/>
              <a:gdLst/>
              <a:ahLst/>
              <a:cxnLst/>
              <a:rect l="l" t="t" r="r" b="b"/>
              <a:pathLst>
                <a:path w="41129" h="93772" extrusionOk="0">
                  <a:moveTo>
                    <a:pt x="5468" y="1"/>
                  </a:moveTo>
                  <a:lnTo>
                    <a:pt x="1" y="61102"/>
                  </a:lnTo>
                  <a:lnTo>
                    <a:pt x="35662" y="93771"/>
                  </a:lnTo>
                  <a:lnTo>
                    <a:pt x="41129" y="32670"/>
                  </a:lnTo>
                  <a:lnTo>
                    <a:pt x="5468"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6" name="Google Shape;266;p23"/>
            <p:cNvSpPr/>
            <p:nvPr/>
          </p:nvSpPr>
          <p:spPr>
            <a:xfrm>
              <a:off x="397650" y="1289850"/>
              <a:ext cx="2397050" cy="1028225"/>
            </a:xfrm>
            <a:custGeom>
              <a:avLst/>
              <a:gdLst/>
              <a:ahLst/>
              <a:cxnLst/>
              <a:rect l="l" t="t" r="r" b="b"/>
              <a:pathLst>
                <a:path w="95882" h="41129" extrusionOk="0">
                  <a:moveTo>
                    <a:pt x="60221" y="1"/>
                  </a:moveTo>
                  <a:lnTo>
                    <a:pt x="0" y="8459"/>
                  </a:lnTo>
                  <a:lnTo>
                    <a:pt x="35661" y="41128"/>
                  </a:lnTo>
                  <a:lnTo>
                    <a:pt x="95881" y="32670"/>
                  </a:lnTo>
                  <a:lnTo>
                    <a:pt x="60221"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7" name="Google Shape;267;p23"/>
            <p:cNvSpPr/>
            <p:nvPr/>
          </p:nvSpPr>
          <p:spPr>
            <a:xfrm>
              <a:off x="397650" y="1289850"/>
              <a:ext cx="2397050" cy="1028225"/>
            </a:xfrm>
            <a:custGeom>
              <a:avLst/>
              <a:gdLst/>
              <a:ahLst/>
              <a:cxnLst/>
              <a:rect l="l" t="t" r="r" b="b"/>
              <a:pathLst>
                <a:path w="95882" h="41129" extrusionOk="0">
                  <a:moveTo>
                    <a:pt x="60221" y="1"/>
                  </a:moveTo>
                  <a:lnTo>
                    <a:pt x="0" y="8459"/>
                  </a:lnTo>
                  <a:lnTo>
                    <a:pt x="35661" y="41128"/>
                  </a:lnTo>
                  <a:lnTo>
                    <a:pt x="95881" y="32670"/>
                  </a:lnTo>
                  <a:lnTo>
                    <a:pt x="60221"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sp>
        <p:nvSpPr>
          <p:cNvPr id="4" name="TextBox 3">
            <a:extLst>
              <a:ext uri="{FF2B5EF4-FFF2-40B4-BE49-F238E27FC236}">
                <a16:creationId xmlns:a16="http://schemas.microsoft.com/office/drawing/2014/main" id="{74D239A9-D653-CBEE-FD0A-E77703521CAB}"/>
              </a:ext>
            </a:extLst>
          </p:cNvPr>
          <p:cNvSpPr txBox="1"/>
          <p:nvPr/>
        </p:nvSpPr>
        <p:spPr>
          <a:xfrm>
            <a:off x="4592920" y="4880498"/>
            <a:ext cx="3924928" cy="923330"/>
          </a:xfrm>
          <a:prstGeom prst="rect">
            <a:avLst/>
          </a:prstGeom>
          <a:noFill/>
        </p:spPr>
        <p:txBody>
          <a:bodyPr wrap="square">
            <a:spAutoFit/>
          </a:bodyPr>
          <a:lstStyle/>
          <a:p>
            <a:r>
              <a:rPr lang="en-US" b="1" dirty="0">
                <a:solidFill>
                  <a:srgbClr val="002060"/>
                </a:solidFill>
              </a:rPr>
              <a:t>Presentation: Huan Nguyen-Duy</a:t>
            </a:r>
          </a:p>
          <a:p>
            <a:r>
              <a:rPr lang="en-US" b="1" dirty="0">
                <a:solidFill>
                  <a:srgbClr val="002060"/>
                </a:solidFill>
              </a:rPr>
              <a:t>Student ID: 2390703</a:t>
            </a:r>
          </a:p>
          <a:p>
            <a:r>
              <a:rPr lang="en-US" b="1" dirty="0">
                <a:solidFill>
                  <a:srgbClr val="002060"/>
                </a:solidFill>
              </a:rPr>
              <a:t>Supervisor: </a:t>
            </a:r>
            <a:r>
              <a:rPr lang="en-US" b="1" dirty="0" err="1">
                <a:solidFill>
                  <a:srgbClr val="002060"/>
                </a:solidFill>
              </a:rPr>
              <a:t>Dr.Tan</a:t>
            </a:r>
            <a:r>
              <a:rPr lang="en-US" b="1" dirty="0">
                <a:solidFill>
                  <a:srgbClr val="002060"/>
                </a:solidFill>
              </a:rPr>
              <a:t> Do-Duy</a:t>
            </a:r>
          </a:p>
        </p:txBody>
      </p:sp>
      <p:pic>
        <p:nvPicPr>
          <p:cNvPr id="1028" name="Picture 4" descr="Khảo sát HCMUTE">
            <a:extLst>
              <a:ext uri="{FF2B5EF4-FFF2-40B4-BE49-F238E27FC236}">
                <a16:creationId xmlns:a16="http://schemas.microsoft.com/office/drawing/2014/main" id="{67F5956A-F32B-415E-D07F-1C170CEC694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70142" y="258807"/>
            <a:ext cx="5051715" cy="227759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Preview</a:t>
            </a:r>
            <a:endParaRPr sz="2800" dirty="0"/>
          </a:p>
        </p:txBody>
      </p:sp>
      <p:graphicFrame>
        <p:nvGraphicFramePr>
          <p:cNvPr id="273" name="Google Shape;273;p24"/>
          <p:cNvGraphicFramePr/>
          <p:nvPr>
            <p:extLst>
              <p:ext uri="{D42A27DB-BD31-4B8C-83A1-F6EECF244321}">
                <p14:modId xmlns:p14="http://schemas.microsoft.com/office/powerpoint/2010/main" val="1856855543"/>
              </p:ext>
            </p:extLst>
          </p:nvPr>
        </p:nvGraphicFramePr>
        <p:xfrm>
          <a:off x="1036320" y="932010"/>
          <a:ext cx="10119360" cy="5734283"/>
        </p:xfrm>
        <a:graphic>
          <a:graphicData uri="http://schemas.openxmlformats.org/drawingml/2006/table">
            <a:tbl>
              <a:tblPr>
                <a:noFill/>
              </a:tblPr>
              <a:tblGrid>
                <a:gridCol w="3058900">
                  <a:extLst>
                    <a:ext uri="{9D8B030D-6E8A-4147-A177-3AD203B41FA5}">
                      <a16:colId xmlns:a16="http://schemas.microsoft.com/office/drawing/2014/main" val="20000"/>
                    </a:ext>
                  </a:extLst>
                </a:gridCol>
                <a:gridCol w="7060460">
                  <a:extLst>
                    <a:ext uri="{9D8B030D-6E8A-4147-A177-3AD203B41FA5}">
                      <a16:colId xmlns:a16="http://schemas.microsoft.com/office/drawing/2014/main" val="20001"/>
                    </a:ext>
                  </a:extLst>
                </a:gridCol>
              </a:tblGrid>
              <a:tr h="326619">
                <a:tc>
                  <a:txBody>
                    <a:bodyPr/>
                    <a:lstStyle/>
                    <a:p>
                      <a:pPr marL="0" lvl="0" indent="0" algn="l" rtl="0">
                        <a:spcBef>
                          <a:spcPts val="0"/>
                        </a:spcBef>
                        <a:spcAft>
                          <a:spcPts val="0"/>
                        </a:spcAft>
                        <a:buNone/>
                      </a:pPr>
                      <a:r>
                        <a:rPr lang="en" sz="1400" b="1" dirty="0">
                          <a:solidFill>
                            <a:schemeClr val="hlink"/>
                          </a:solidFill>
                          <a:uFill>
                            <a:noFill/>
                          </a:uFill>
                          <a:latin typeface="Space Mono"/>
                          <a:ea typeface="Space Mono"/>
                          <a:cs typeface="Space Mono"/>
                          <a:sym typeface="Space Mono"/>
                        </a:rPr>
                        <a:t>IEEE EPLORE</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US" sz="1100" dirty="0">
                          <a:solidFill>
                            <a:schemeClr val="dk1"/>
                          </a:solidFill>
                          <a:latin typeface="Space Mono"/>
                          <a:ea typeface="Space Mono"/>
                          <a:cs typeface="Space Mono"/>
                          <a:sym typeface="Space Mono"/>
                        </a:rPr>
                        <a:t>Journals &amp; Magazine</a:t>
                      </a:r>
                      <a:endParaRPr sz="1100"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439103">
                <a:tc>
                  <a:txBody>
                    <a:bodyPr/>
                    <a:lstStyle/>
                    <a:p>
                      <a:pPr marL="0" lvl="0" indent="0" algn="l" rtl="0">
                        <a:spcBef>
                          <a:spcPts val="0"/>
                        </a:spcBef>
                        <a:spcAft>
                          <a:spcPts val="0"/>
                        </a:spcAft>
                        <a:buNone/>
                      </a:pPr>
                      <a:r>
                        <a:rPr lang="en-US" sz="1400" b="1" dirty="0">
                          <a:solidFill>
                            <a:schemeClr val="dk1"/>
                          </a:solidFill>
                          <a:latin typeface="Space Mono"/>
                          <a:ea typeface="Space Mono"/>
                          <a:cs typeface="Space Mono"/>
                          <a:sym typeface="Space Mono"/>
                        </a:rPr>
                        <a:t>IEEE Transactions on Vehicular Technology</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1600"/>
                        </a:spcAft>
                        <a:buNone/>
                      </a:pPr>
                      <a:r>
                        <a:rPr lang="en-US" sz="1100" dirty="0">
                          <a:solidFill>
                            <a:schemeClr val="dk1"/>
                          </a:solidFill>
                          <a:latin typeface="Space Mono"/>
                          <a:ea typeface="Space Mono"/>
                          <a:cs typeface="Space Mono"/>
                          <a:sym typeface="Space Mono"/>
                        </a:rPr>
                        <a:t>Improved Waveform Classification for Integrated Radar-Communication 6 G Systems Via Convolutional Neural Networks</a:t>
                      </a:r>
                      <a:endParaRPr sz="1100"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517513">
                <a:tc>
                  <a:txBody>
                    <a:bodyPr/>
                    <a:lstStyle/>
                    <a:p>
                      <a:pPr marL="0" lvl="0" indent="0" algn="l" rtl="0">
                        <a:spcBef>
                          <a:spcPts val="0"/>
                        </a:spcBef>
                        <a:spcAft>
                          <a:spcPts val="0"/>
                        </a:spcAft>
                        <a:buNone/>
                      </a:pPr>
                      <a:r>
                        <a:rPr lang="en" sz="1400" b="1" dirty="0">
                          <a:solidFill>
                            <a:schemeClr val="hlink"/>
                          </a:solidFill>
                          <a:uFill>
                            <a:noFill/>
                          </a:uFill>
                          <a:latin typeface="Space Mono"/>
                          <a:ea typeface="Space Mono"/>
                          <a:cs typeface="Space Mono"/>
                          <a:sym typeface="Space Mono"/>
                        </a:rPr>
                        <a:t>Cite</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US" sz="1100" dirty="0">
                          <a:solidFill>
                            <a:schemeClr val="dk1"/>
                          </a:solidFill>
                          <a:latin typeface="Space Mono"/>
                          <a:ea typeface="Space Mono"/>
                          <a:cs typeface="Space Mono"/>
                          <a:sym typeface="Space Mono"/>
                        </a:rPr>
                        <a:t>T. Huynh-The, N. C. Luong, H. Phan, D. B. da Costa and Q. -V. Pham, "Improved Waveform Classification for Integrated Radar-Communication 6 G Systems Via Convolutional Neural Networks," in IEEE Transactions on Vehicular Technology, doi: 10.1109/TVT.2024.3384918.</a:t>
                      </a:r>
                      <a:endParaRPr sz="1100"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26619">
                <a:tc>
                  <a:txBody>
                    <a:bodyPr/>
                    <a:lstStyle/>
                    <a:p>
                      <a:pPr marL="0" lvl="0" indent="0" algn="l" rtl="0">
                        <a:spcBef>
                          <a:spcPts val="0"/>
                        </a:spcBef>
                        <a:spcAft>
                          <a:spcPts val="0"/>
                        </a:spcAft>
                        <a:buNone/>
                      </a:pPr>
                      <a:r>
                        <a:rPr lang="en-US" sz="1400" b="1" dirty="0">
                          <a:solidFill>
                            <a:schemeClr val="hlink"/>
                          </a:solidFill>
                          <a:uFill>
                            <a:noFill/>
                          </a:uFill>
                          <a:latin typeface="Space Mono"/>
                          <a:ea typeface="Space Mono"/>
                          <a:cs typeface="Space Mono"/>
                          <a:sym typeface="Space Mono"/>
                        </a:rPr>
                        <a:t>Date of Publication</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US" sz="1100" dirty="0">
                          <a:solidFill>
                            <a:schemeClr val="dk1"/>
                          </a:solidFill>
                          <a:latin typeface="Space Mono"/>
                          <a:ea typeface="Space Mono"/>
                          <a:cs typeface="Space Mono"/>
                          <a:sym typeface="Space Mono"/>
                        </a:rPr>
                        <a:t>04 April 2024</a:t>
                      </a:r>
                      <a:endParaRPr sz="1100"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4124429">
                <a:tc>
                  <a:txBody>
                    <a:bodyPr/>
                    <a:lstStyle/>
                    <a:p>
                      <a:pPr marL="0" lvl="0" indent="0" algn="l" rtl="0">
                        <a:spcBef>
                          <a:spcPts val="0"/>
                        </a:spcBef>
                        <a:spcAft>
                          <a:spcPts val="0"/>
                        </a:spcAft>
                        <a:buNone/>
                      </a:pPr>
                      <a:r>
                        <a:rPr lang="en" sz="1400" b="1" dirty="0">
                          <a:solidFill>
                            <a:schemeClr val="dk1"/>
                          </a:solidFill>
                          <a:latin typeface="Space Mono"/>
                          <a:ea typeface="Space Mono"/>
                          <a:cs typeface="Space Mono"/>
                          <a:sym typeface="Space Mono"/>
                        </a:rPr>
                        <a:t>Authors</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US" sz="1100" b="1" dirty="0">
                          <a:solidFill>
                            <a:schemeClr val="dk1"/>
                          </a:solidFill>
                          <a:latin typeface="Space Mono"/>
                          <a:ea typeface="Space Mono"/>
                          <a:cs typeface="Space Mono"/>
                          <a:sym typeface="Space Mono"/>
                        </a:rPr>
                        <a:t>Thien Huynh-The</a:t>
                      </a:r>
                    </a:p>
                    <a:p>
                      <a:pPr marL="0" lvl="0" indent="0" algn="l" rtl="0">
                        <a:spcBef>
                          <a:spcPts val="0"/>
                        </a:spcBef>
                        <a:spcAft>
                          <a:spcPts val="1600"/>
                        </a:spcAft>
                        <a:buNone/>
                      </a:pPr>
                      <a:r>
                        <a:rPr lang="en-US" sz="1100" dirty="0">
                          <a:solidFill>
                            <a:schemeClr val="dk1"/>
                          </a:solidFill>
                          <a:latin typeface="Space Mono"/>
                          <a:ea typeface="Space Mono"/>
                          <a:cs typeface="Space Mono"/>
                          <a:sym typeface="Space Mono"/>
                        </a:rPr>
                        <a:t>Department of Computer and Communications Engineering, Ho Chi Minh City University of Technology and Education, Ho Chi Minh City, Vietnam</a:t>
                      </a:r>
                    </a:p>
                    <a:p>
                      <a:pPr marL="0" lvl="0" indent="0" algn="l" rtl="0">
                        <a:spcBef>
                          <a:spcPts val="0"/>
                        </a:spcBef>
                        <a:spcAft>
                          <a:spcPts val="1600"/>
                        </a:spcAft>
                        <a:buNone/>
                      </a:pPr>
                      <a:r>
                        <a:rPr lang="en-US" sz="1100" b="1" dirty="0">
                          <a:solidFill>
                            <a:schemeClr val="dk1"/>
                          </a:solidFill>
                          <a:latin typeface="Space Mono"/>
                          <a:ea typeface="Space Mono"/>
                          <a:cs typeface="Space Mono"/>
                          <a:sym typeface="Space Mono"/>
                        </a:rPr>
                        <a:t>Nguyen Cong Luong</a:t>
                      </a:r>
                    </a:p>
                    <a:p>
                      <a:pPr marL="0" lvl="0" indent="0" algn="l" rtl="0">
                        <a:spcBef>
                          <a:spcPts val="0"/>
                        </a:spcBef>
                        <a:spcAft>
                          <a:spcPts val="1600"/>
                        </a:spcAft>
                        <a:buNone/>
                      </a:pPr>
                      <a:r>
                        <a:rPr lang="en-US" sz="1100" dirty="0">
                          <a:solidFill>
                            <a:schemeClr val="dk1"/>
                          </a:solidFill>
                          <a:latin typeface="Space Mono"/>
                          <a:ea typeface="Space Mono"/>
                          <a:cs typeface="Space Mono"/>
                          <a:sym typeface="Space Mono"/>
                        </a:rPr>
                        <a:t>Faculty of Computer Science, </a:t>
                      </a:r>
                      <a:r>
                        <a:rPr lang="en-US" sz="1100" dirty="0" err="1">
                          <a:solidFill>
                            <a:schemeClr val="dk1"/>
                          </a:solidFill>
                          <a:latin typeface="Space Mono"/>
                          <a:ea typeface="Space Mono"/>
                          <a:cs typeface="Space Mono"/>
                          <a:sym typeface="Space Mono"/>
                        </a:rPr>
                        <a:t>Phenikaa</a:t>
                      </a:r>
                      <a:r>
                        <a:rPr lang="en-US" sz="1100" dirty="0">
                          <a:solidFill>
                            <a:schemeClr val="dk1"/>
                          </a:solidFill>
                          <a:latin typeface="Space Mono"/>
                          <a:ea typeface="Space Mono"/>
                          <a:cs typeface="Space Mono"/>
                          <a:sym typeface="Space Mono"/>
                        </a:rPr>
                        <a:t> University, Vietnam</a:t>
                      </a:r>
                    </a:p>
                    <a:p>
                      <a:pPr marL="0" lvl="0" indent="0" algn="l" rtl="0">
                        <a:spcBef>
                          <a:spcPts val="0"/>
                        </a:spcBef>
                        <a:spcAft>
                          <a:spcPts val="1600"/>
                        </a:spcAft>
                        <a:buNone/>
                      </a:pPr>
                      <a:r>
                        <a:rPr lang="en-US" sz="1100" b="1" dirty="0">
                          <a:solidFill>
                            <a:schemeClr val="dk1"/>
                          </a:solidFill>
                          <a:latin typeface="Space Mono"/>
                          <a:ea typeface="Space Mono"/>
                          <a:cs typeface="Space Mono"/>
                          <a:sym typeface="Space Mono"/>
                        </a:rPr>
                        <a:t>Hoc Phan</a:t>
                      </a:r>
                    </a:p>
                    <a:p>
                      <a:pPr marL="0" lvl="0" indent="0" algn="l" rtl="0">
                        <a:spcBef>
                          <a:spcPts val="0"/>
                        </a:spcBef>
                        <a:spcAft>
                          <a:spcPts val="1600"/>
                        </a:spcAft>
                        <a:buNone/>
                      </a:pPr>
                      <a:r>
                        <a:rPr lang="en-US" sz="1100" dirty="0">
                          <a:solidFill>
                            <a:schemeClr val="dk1"/>
                          </a:solidFill>
                          <a:latin typeface="Space Mono"/>
                          <a:ea typeface="Space Mono"/>
                          <a:cs typeface="Space Mono"/>
                          <a:sym typeface="Space Mono"/>
                        </a:rPr>
                        <a:t>Department of Computer and Communications Engineering, Ho Chi Minh City University of Technology and Education, Ho Chi Minh City, Vietnam</a:t>
                      </a:r>
                    </a:p>
                    <a:p>
                      <a:pPr marL="0" lvl="0" indent="0" algn="l" rtl="0">
                        <a:spcBef>
                          <a:spcPts val="0"/>
                        </a:spcBef>
                        <a:spcAft>
                          <a:spcPts val="1600"/>
                        </a:spcAft>
                        <a:buNone/>
                      </a:pPr>
                      <a:r>
                        <a:rPr lang="en-US" sz="1100" b="1" dirty="0">
                          <a:solidFill>
                            <a:schemeClr val="dk1"/>
                          </a:solidFill>
                          <a:latin typeface="Space Mono"/>
                          <a:ea typeface="Space Mono"/>
                          <a:cs typeface="Space Mono"/>
                          <a:sym typeface="Space Mono"/>
                        </a:rPr>
                        <a:t>Daniel </a:t>
                      </a:r>
                      <a:r>
                        <a:rPr lang="en-US" sz="1100" b="1" dirty="0" err="1">
                          <a:solidFill>
                            <a:schemeClr val="dk1"/>
                          </a:solidFill>
                          <a:latin typeface="Space Mono"/>
                          <a:ea typeface="Space Mono"/>
                          <a:cs typeface="Space Mono"/>
                          <a:sym typeface="Space Mono"/>
                        </a:rPr>
                        <a:t>Benevides</a:t>
                      </a:r>
                      <a:r>
                        <a:rPr lang="en-US" sz="1100" b="1" dirty="0">
                          <a:solidFill>
                            <a:schemeClr val="dk1"/>
                          </a:solidFill>
                          <a:latin typeface="Space Mono"/>
                          <a:ea typeface="Space Mono"/>
                          <a:cs typeface="Space Mono"/>
                          <a:sym typeface="Space Mono"/>
                        </a:rPr>
                        <a:t> da Costa</a:t>
                      </a:r>
                    </a:p>
                    <a:p>
                      <a:pPr marL="0" lvl="0" indent="0" algn="l" rtl="0">
                        <a:spcBef>
                          <a:spcPts val="0"/>
                        </a:spcBef>
                        <a:spcAft>
                          <a:spcPts val="1600"/>
                        </a:spcAft>
                        <a:buNone/>
                      </a:pPr>
                      <a:r>
                        <a:rPr lang="en-US" sz="1100" dirty="0">
                          <a:solidFill>
                            <a:schemeClr val="dk1"/>
                          </a:solidFill>
                          <a:latin typeface="Space Mono"/>
                          <a:ea typeface="Space Mono"/>
                          <a:cs typeface="Space Mono"/>
                          <a:sym typeface="Space Mono"/>
                        </a:rPr>
                        <a:t>Department of Electrical Engineering, King Fahd University of Petroleum &amp; Minerals, Dhahran, Saudi Arabia</a:t>
                      </a:r>
                    </a:p>
                    <a:p>
                      <a:pPr marL="0" lvl="0" indent="0" algn="l" rtl="0">
                        <a:spcBef>
                          <a:spcPts val="0"/>
                        </a:spcBef>
                        <a:spcAft>
                          <a:spcPts val="1600"/>
                        </a:spcAft>
                        <a:buNone/>
                      </a:pPr>
                      <a:r>
                        <a:rPr lang="en-US" sz="1100" b="1" dirty="0">
                          <a:solidFill>
                            <a:schemeClr val="dk1"/>
                          </a:solidFill>
                          <a:latin typeface="Space Mono"/>
                          <a:ea typeface="Space Mono"/>
                          <a:cs typeface="Space Mono"/>
                          <a:sym typeface="Space Mono"/>
                        </a:rPr>
                        <a:t>Quoc-Viet Pham</a:t>
                      </a:r>
                    </a:p>
                    <a:p>
                      <a:pPr marL="0" lvl="0" indent="0" algn="l" rtl="0">
                        <a:spcBef>
                          <a:spcPts val="0"/>
                        </a:spcBef>
                        <a:spcAft>
                          <a:spcPts val="1600"/>
                        </a:spcAft>
                        <a:buNone/>
                      </a:pPr>
                      <a:r>
                        <a:rPr lang="en-US" sz="1100" dirty="0">
                          <a:solidFill>
                            <a:schemeClr val="dk1"/>
                          </a:solidFill>
                          <a:latin typeface="Space Mono"/>
                          <a:ea typeface="Space Mono"/>
                          <a:cs typeface="Space Mono"/>
                          <a:sym typeface="Space Mono"/>
                        </a:rPr>
                        <a:t>School of Computer Science and Statistics, Trinity College Dublin, Ireland</a:t>
                      </a: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ABSTRACT</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5" name="TextBox 4">
            <a:extLst>
              <a:ext uri="{FF2B5EF4-FFF2-40B4-BE49-F238E27FC236}">
                <a16:creationId xmlns:a16="http://schemas.microsoft.com/office/drawing/2014/main" id="{61FC6890-3ECF-6A8C-93B8-BD7D88547BD6}"/>
              </a:ext>
            </a:extLst>
          </p:cNvPr>
          <p:cNvSpPr txBox="1"/>
          <p:nvPr/>
        </p:nvSpPr>
        <p:spPr>
          <a:xfrm>
            <a:off x="805180" y="953146"/>
            <a:ext cx="10581640" cy="3693319"/>
          </a:xfrm>
          <a:prstGeom prst="rect">
            <a:avLst/>
          </a:prstGeom>
          <a:noFill/>
        </p:spPr>
        <p:txBody>
          <a:bodyPr wrap="square">
            <a:spAutoFit/>
          </a:bodyPr>
          <a:lstStyle/>
          <a:p>
            <a:pPr algn="just"/>
            <a:r>
              <a:rPr lang="en-US" dirty="0"/>
              <a:t>To overcome the spectrum congestion problem in next-generation wireless networks, an integrated radar-communication system with spectrum sharing becomes a promising solution, wherein radar and communication signals can be discriminated by means of modulated waveforms. </a:t>
            </a:r>
            <a:r>
              <a:rPr lang="en-US" dirty="0">
                <a:highlight>
                  <a:srgbClr val="FFFF00"/>
                </a:highlight>
              </a:rPr>
              <a:t>This letter presents an efficient radar-communication waveform classification method by taking advantage of the combination of smooth pseudo Wigner-Ville distribution-based time-frequency analysis and deep learning to achieve a good trade-off between complexity and accuracy</a:t>
            </a:r>
            <a:r>
              <a:rPr lang="en-US" dirty="0"/>
              <a:t>. </a:t>
            </a:r>
            <a:r>
              <a:rPr lang="en-US" dirty="0">
                <a:highlight>
                  <a:srgbClr val="FFFF00"/>
                </a:highlight>
              </a:rPr>
              <a:t>To this end, a high-performance convolutional network, namely the radar-communication waveform recognition network (</a:t>
            </a:r>
            <a:r>
              <a:rPr lang="en-US" dirty="0" err="1">
                <a:highlight>
                  <a:srgbClr val="FFFF00"/>
                </a:highlight>
              </a:rPr>
              <a:t>RadComNet</a:t>
            </a:r>
            <a:r>
              <a:rPr lang="en-US" dirty="0">
                <a:highlight>
                  <a:srgbClr val="FFFF00"/>
                </a:highlight>
              </a:rPr>
              <a:t>), is designed with multiple cutting-edge techniques and advanced structures, including </a:t>
            </a:r>
            <a:r>
              <a:rPr lang="en-US" dirty="0" err="1">
                <a:highlight>
                  <a:srgbClr val="FFFF00"/>
                </a:highlight>
              </a:rPr>
              <a:t>depthwise</a:t>
            </a:r>
            <a:r>
              <a:rPr lang="en-US" dirty="0">
                <a:highlight>
                  <a:srgbClr val="FFFF00"/>
                </a:highlight>
              </a:rPr>
              <a:t> convolution for complexity reduction and residual connection and multi-level attention mechanisms for learning efficiency enhancement</a:t>
            </a:r>
            <a:r>
              <a:rPr lang="en-US" dirty="0"/>
              <a:t>. Relying on the simulation results acquired on a synthetic signal dataset of 12 radar and communication waveform types with the presence of channel impairments, our proposed method shows superiority over other classification approaches and deep models in terms of accuracy and complexity.</a:t>
            </a:r>
          </a:p>
        </p:txBody>
      </p:sp>
    </p:spTree>
    <p:extLst>
      <p:ext uri="{BB962C8B-B14F-4D97-AF65-F5344CB8AC3E}">
        <p14:creationId xmlns:p14="http://schemas.microsoft.com/office/powerpoint/2010/main" val="12700875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OUTLINE</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4" name="TextBox 3">
            <a:extLst>
              <a:ext uri="{FF2B5EF4-FFF2-40B4-BE49-F238E27FC236}">
                <a16:creationId xmlns:a16="http://schemas.microsoft.com/office/drawing/2014/main" id="{FC090FE4-2795-5216-68DC-B96DDADA3370}"/>
              </a:ext>
            </a:extLst>
          </p:cNvPr>
          <p:cNvSpPr txBox="1"/>
          <p:nvPr/>
        </p:nvSpPr>
        <p:spPr>
          <a:xfrm>
            <a:off x="947420" y="864355"/>
            <a:ext cx="4518660" cy="5129289"/>
          </a:xfrm>
          <a:prstGeom prst="rect">
            <a:avLst/>
          </a:prstGeom>
          <a:noFill/>
        </p:spPr>
        <p:txBody>
          <a:bodyPr wrap="square">
            <a:spAutoFit/>
          </a:bodyPr>
          <a:lstStyle/>
          <a:p>
            <a:pPr marL="285750" indent="-285750" algn="just">
              <a:lnSpc>
                <a:spcPct val="200000"/>
              </a:lnSpc>
              <a:buFont typeface="Wingdings" panose="05000000000000000000" pitchFamily="2" charset="2"/>
              <a:buChar char="q"/>
            </a:pPr>
            <a:r>
              <a:rPr lang="en-US" sz="2800" b="1" dirty="0">
                <a:latin typeface="Space Mono" panose="020B0604020202020204" charset="0"/>
              </a:rPr>
              <a:t>MOTIVATION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CONTRIBUTION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INTRODUCTION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SOLUTION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EVALUTION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CONCLUSION</a:t>
            </a:r>
          </a:p>
        </p:txBody>
      </p:sp>
      <p:pic>
        <p:nvPicPr>
          <p:cNvPr id="6" name="Picture 5">
            <a:extLst>
              <a:ext uri="{FF2B5EF4-FFF2-40B4-BE49-F238E27FC236}">
                <a16:creationId xmlns:a16="http://schemas.microsoft.com/office/drawing/2014/main" id="{E438F8F7-44DD-A48A-3227-9E7786A373F0}"/>
              </a:ext>
            </a:extLst>
          </p:cNvPr>
          <p:cNvPicPr>
            <a:picLocks noChangeAspect="1"/>
          </p:cNvPicPr>
          <p:nvPr/>
        </p:nvPicPr>
        <p:blipFill>
          <a:blip r:embed="rId3"/>
          <a:stretch>
            <a:fillRect/>
          </a:stretch>
        </p:blipFill>
        <p:spPr>
          <a:xfrm>
            <a:off x="6296271" y="932010"/>
            <a:ext cx="4890313" cy="1411576"/>
          </a:xfrm>
          <a:prstGeom prst="rect">
            <a:avLst/>
          </a:prstGeom>
        </p:spPr>
      </p:pic>
      <p:pic>
        <p:nvPicPr>
          <p:cNvPr id="7" name="Picture 6">
            <a:extLst>
              <a:ext uri="{FF2B5EF4-FFF2-40B4-BE49-F238E27FC236}">
                <a16:creationId xmlns:a16="http://schemas.microsoft.com/office/drawing/2014/main" id="{1FA76C84-29AD-0266-FD8C-3E750D4D5992}"/>
              </a:ext>
            </a:extLst>
          </p:cNvPr>
          <p:cNvPicPr>
            <a:picLocks noChangeAspect="1"/>
          </p:cNvPicPr>
          <p:nvPr/>
        </p:nvPicPr>
        <p:blipFill>
          <a:blip r:embed="rId4"/>
          <a:stretch>
            <a:fillRect/>
          </a:stretch>
        </p:blipFill>
        <p:spPr>
          <a:xfrm>
            <a:off x="6337083" y="2406418"/>
            <a:ext cx="3148429" cy="2229368"/>
          </a:xfrm>
          <a:prstGeom prst="rect">
            <a:avLst/>
          </a:prstGeom>
        </p:spPr>
      </p:pic>
      <p:pic>
        <p:nvPicPr>
          <p:cNvPr id="8" name="Picture 7">
            <a:extLst>
              <a:ext uri="{FF2B5EF4-FFF2-40B4-BE49-F238E27FC236}">
                <a16:creationId xmlns:a16="http://schemas.microsoft.com/office/drawing/2014/main" id="{5DC11FD1-94D2-CACD-126D-F53FEBF60B9C}"/>
              </a:ext>
            </a:extLst>
          </p:cNvPr>
          <p:cNvPicPr>
            <a:picLocks noChangeAspect="1"/>
          </p:cNvPicPr>
          <p:nvPr/>
        </p:nvPicPr>
        <p:blipFill>
          <a:blip r:embed="rId5"/>
          <a:stretch>
            <a:fillRect/>
          </a:stretch>
        </p:blipFill>
        <p:spPr>
          <a:xfrm>
            <a:off x="6296271" y="4680478"/>
            <a:ext cx="4890312" cy="1914337"/>
          </a:xfrm>
          <a:prstGeom prst="rect">
            <a:avLst/>
          </a:prstGeom>
        </p:spPr>
      </p:pic>
    </p:spTree>
    <p:extLst>
      <p:ext uri="{BB962C8B-B14F-4D97-AF65-F5344CB8AC3E}">
        <p14:creationId xmlns:p14="http://schemas.microsoft.com/office/powerpoint/2010/main" val="1169462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MOTIVATION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2" name="TextBox 1">
            <a:extLst>
              <a:ext uri="{FF2B5EF4-FFF2-40B4-BE49-F238E27FC236}">
                <a16:creationId xmlns:a16="http://schemas.microsoft.com/office/drawing/2014/main" id="{1D40E280-1707-A9BC-7745-61F03D912D0C}"/>
              </a:ext>
            </a:extLst>
          </p:cNvPr>
          <p:cNvSpPr txBox="1"/>
          <p:nvPr/>
        </p:nvSpPr>
        <p:spPr>
          <a:xfrm>
            <a:off x="947420" y="804766"/>
            <a:ext cx="10472420" cy="5575309"/>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b="1" dirty="0">
                <a:latin typeface="Space Mono" panose="020B0604020202020204" charset="0"/>
              </a:rPr>
              <a:t>Reality and Demand in next generation wireless network</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Demand of wide bandwidths for high performance in the next-generation wireless network.</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Demand of accurately identified and classified types of spectrum base on waveform in limited resource.</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Recognition radar waveform in autonomous vehicles that requires highly accurate detection in limited resource.</a:t>
            </a:r>
          </a:p>
          <a:p>
            <a:pPr marL="342900" indent="-342900" algn="just">
              <a:lnSpc>
                <a:spcPct val="150000"/>
              </a:lnSpc>
              <a:buFont typeface="Wingdings" panose="05000000000000000000" pitchFamily="2" charset="2"/>
              <a:buChar char="q"/>
            </a:pPr>
            <a:r>
              <a:rPr lang="en-US" sz="2000" b="1" dirty="0">
                <a:latin typeface="Space Mono" panose="020B0604020202020204" charset="0"/>
              </a:rPr>
              <a:t>Solution for recognition and classification waveform</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Deep learning is exploited for radar recognition and communication modulation classification.</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Proposing solution to reduce the size of deep learning network to reach highly accuracy and performance that have ability to deploy in limited resource devices.</a:t>
            </a:r>
          </a:p>
        </p:txBody>
      </p:sp>
    </p:spTree>
    <p:extLst>
      <p:ext uri="{BB962C8B-B14F-4D97-AF65-F5344CB8AC3E}">
        <p14:creationId xmlns:p14="http://schemas.microsoft.com/office/powerpoint/2010/main" val="37141225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CONTRIBUTION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2" name="TextBox 1">
            <a:extLst>
              <a:ext uri="{FF2B5EF4-FFF2-40B4-BE49-F238E27FC236}">
                <a16:creationId xmlns:a16="http://schemas.microsoft.com/office/drawing/2014/main" id="{1D40E280-1707-A9BC-7745-61F03D912D0C}"/>
              </a:ext>
            </a:extLst>
          </p:cNvPr>
          <p:cNvSpPr txBox="1"/>
          <p:nvPr/>
        </p:nvSpPr>
        <p:spPr>
          <a:xfrm>
            <a:off x="859790" y="1146056"/>
            <a:ext cx="10472420" cy="4651979"/>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b="1" dirty="0">
                <a:latin typeface="Space Mono" panose="020B0604020202020204" charset="0"/>
              </a:rPr>
              <a:t>The smooth pseudo WVD (SPWVD) recognition</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De-composing a signal into high-resolution time-frequency representation.</a:t>
            </a:r>
          </a:p>
          <a:p>
            <a:pPr marL="342900" indent="-342900" algn="just">
              <a:lnSpc>
                <a:spcPct val="150000"/>
              </a:lnSpc>
              <a:buFont typeface="Wingdings" panose="05000000000000000000" pitchFamily="2" charset="2"/>
              <a:buChar char="q"/>
            </a:pPr>
            <a:r>
              <a:rPr lang="en-US" sz="2000" b="1" dirty="0">
                <a:latin typeface="Space Mono" panose="020B0604020202020204" charset="0"/>
              </a:rPr>
              <a:t>Waveform-based radar and communication signal classification</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Design a deep learning network that utilizes cutting edge deep learning architecture.</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Applying modern connection structure (depth-wise convolution, residual connection, and attention mechanism)</a:t>
            </a:r>
          </a:p>
          <a:p>
            <a:pPr marL="342900" indent="-342900" algn="just">
              <a:lnSpc>
                <a:spcPct val="150000"/>
              </a:lnSpc>
              <a:buFont typeface="Wingdings" panose="05000000000000000000" pitchFamily="2" charset="2"/>
              <a:buChar char="q"/>
            </a:pPr>
            <a:r>
              <a:rPr lang="en-US" sz="2000" b="1" dirty="0">
                <a:latin typeface="Space Mono" panose="020B0604020202020204" charset="0"/>
              </a:rPr>
              <a:t>Performance evaluation by Mat-Lab simulation tool</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Generating a synthetic signal data set that comprise 12 radar and communication types.</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Proposing deep model that reduces complexity and increase accuracy.</a:t>
            </a:r>
          </a:p>
        </p:txBody>
      </p:sp>
    </p:spTree>
    <p:extLst>
      <p:ext uri="{BB962C8B-B14F-4D97-AF65-F5344CB8AC3E}">
        <p14:creationId xmlns:p14="http://schemas.microsoft.com/office/powerpoint/2010/main" val="268103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67555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Signal Model</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t>The receiver can receive pulsed radar signal and modulated communication signal in difference transmission source</a:t>
            </a:r>
          </a:p>
        </p:txBody>
      </p:sp>
      <p:sp>
        <p:nvSpPr>
          <p:cNvPr id="5" name="Google Shape;272;p24">
            <a:extLst>
              <a:ext uri="{FF2B5EF4-FFF2-40B4-BE49-F238E27FC236}">
                <a16:creationId xmlns:a16="http://schemas.microsoft.com/office/drawing/2014/main" id="{EAA8FE2B-D57A-6B68-28DE-A377AEAD88DA}"/>
              </a:ext>
            </a:extLst>
          </p:cNvPr>
          <p:cNvSpPr txBox="1">
            <a:spLocks/>
          </p:cNvSpPr>
          <p:nvPr/>
        </p:nvSpPr>
        <p:spPr>
          <a:xfrm>
            <a:off x="1377897" y="2107021"/>
            <a:ext cx="546994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complex received signal is illustrated by: </a:t>
            </a:r>
          </a:p>
        </p:txBody>
      </p:sp>
      <p:pic>
        <p:nvPicPr>
          <p:cNvPr id="6" name="Picture 5">
            <a:extLst>
              <a:ext uri="{FF2B5EF4-FFF2-40B4-BE49-F238E27FC236}">
                <a16:creationId xmlns:a16="http://schemas.microsoft.com/office/drawing/2014/main" id="{9F1128C0-05C2-ED78-028A-AB4947B960F2}"/>
              </a:ext>
            </a:extLst>
          </p:cNvPr>
          <p:cNvPicPr>
            <a:picLocks noChangeAspect="1"/>
          </p:cNvPicPr>
          <p:nvPr/>
        </p:nvPicPr>
        <p:blipFill>
          <a:blip r:embed="rId3"/>
          <a:stretch>
            <a:fillRect/>
          </a:stretch>
        </p:blipFill>
        <p:spPr>
          <a:xfrm>
            <a:off x="1657071" y="2599246"/>
            <a:ext cx="4001058" cy="504895"/>
          </a:xfrm>
          <a:prstGeom prst="rect">
            <a:avLst/>
          </a:prstGeom>
        </p:spPr>
      </p:pic>
      <p:sp>
        <p:nvSpPr>
          <p:cNvPr id="9" name="TextBox 8">
            <a:extLst>
              <a:ext uri="{FF2B5EF4-FFF2-40B4-BE49-F238E27FC236}">
                <a16:creationId xmlns:a16="http://schemas.microsoft.com/office/drawing/2014/main" id="{2B7AD4D1-ED44-C9DF-07BD-F4B4964E9958}"/>
              </a:ext>
            </a:extLst>
          </p:cNvPr>
          <p:cNvSpPr txBox="1"/>
          <p:nvPr/>
        </p:nvSpPr>
        <p:spPr>
          <a:xfrm>
            <a:off x="1439844" y="3331152"/>
            <a:ext cx="10472420" cy="1881990"/>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dirty="0">
                <a:latin typeface="Space Mono" panose="020B0604020202020204" charset="0"/>
              </a:rPr>
              <a:t>X(k) : the transmitted radio signal</a:t>
            </a:r>
          </a:p>
          <a:p>
            <a:pPr marL="285750" indent="-285750" algn="just">
              <a:lnSpc>
                <a:spcPct val="150000"/>
              </a:lnSpc>
              <a:buFont typeface="Wingdings" panose="05000000000000000000" pitchFamily="2" charset="2"/>
              <a:buChar char="q"/>
            </a:pPr>
            <a:r>
              <a:rPr lang="en-US" sz="2000" dirty="0">
                <a:latin typeface="Space Mono" panose="020B0604020202020204" charset="0"/>
              </a:rPr>
              <a:t>H(k) : the transmission channel coefficient</a:t>
            </a:r>
          </a:p>
          <a:p>
            <a:pPr marL="285750" indent="-285750" algn="just">
              <a:lnSpc>
                <a:spcPct val="150000"/>
              </a:lnSpc>
              <a:buFont typeface="Wingdings" panose="05000000000000000000" pitchFamily="2" charset="2"/>
              <a:buChar char="q"/>
            </a:pPr>
            <a:r>
              <a:rPr lang="en-US" sz="2000" dirty="0">
                <a:latin typeface="Space Mono" panose="020B0604020202020204" charset="0"/>
              </a:rPr>
              <a:t>N(k) : the complex additive white Gaussian noise (AWGN)</a:t>
            </a:r>
          </a:p>
          <a:p>
            <a:pPr marL="285750" indent="-285750" algn="just">
              <a:lnSpc>
                <a:spcPct val="150000"/>
              </a:lnSpc>
              <a:buFont typeface="Wingdings" panose="05000000000000000000" pitchFamily="2" charset="2"/>
              <a:buChar char="q"/>
            </a:pPr>
            <a:r>
              <a:rPr lang="en-US" sz="2000" dirty="0">
                <a:latin typeface="Space Mono" panose="020B0604020202020204" charset="0"/>
              </a:rPr>
              <a:t>Y(k) : the radar communication received signal </a:t>
            </a:r>
          </a:p>
        </p:txBody>
      </p:sp>
    </p:spTree>
    <p:extLst>
      <p:ext uri="{BB962C8B-B14F-4D97-AF65-F5344CB8AC3E}">
        <p14:creationId xmlns:p14="http://schemas.microsoft.com/office/powerpoint/2010/main" val="33603717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546994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Time Frequency analysis (TFA)</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t>The receiver can receive pulsed radar signal and modulated communication signal in difference transmission source</a:t>
            </a:r>
          </a:p>
        </p:txBody>
      </p:sp>
      <p:sp>
        <p:nvSpPr>
          <p:cNvPr id="5" name="Google Shape;272;p24">
            <a:extLst>
              <a:ext uri="{FF2B5EF4-FFF2-40B4-BE49-F238E27FC236}">
                <a16:creationId xmlns:a16="http://schemas.microsoft.com/office/drawing/2014/main" id="{EAA8FE2B-D57A-6B68-28DE-A377AEAD88DA}"/>
              </a:ext>
            </a:extLst>
          </p:cNvPr>
          <p:cNvSpPr txBox="1">
            <a:spLocks/>
          </p:cNvSpPr>
          <p:nvPr/>
        </p:nvSpPr>
        <p:spPr>
          <a:xfrm>
            <a:off x="1377897" y="2107021"/>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energy spectrum in frequency is given by:</a:t>
            </a:r>
          </a:p>
        </p:txBody>
      </p:sp>
      <p:pic>
        <p:nvPicPr>
          <p:cNvPr id="2" name="Picture 1">
            <a:extLst>
              <a:ext uri="{FF2B5EF4-FFF2-40B4-BE49-F238E27FC236}">
                <a16:creationId xmlns:a16="http://schemas.microsoft.com/office/drawing/2014/main" id="{65A8E4DE-3F88-703F-FE6E-7EABCEA7C22C}"/>
              </a:ext>
            </a:extLst>
          </p:cNvPr>
          <p:cNvPicPr>
            <a:picLocks noChangeAspect="1"/>
          </p:cNvPicPr>
          <p:nvPr/>
        </p:nvPicPr>
        <p:blipFill>
          <a:blip r:embed="rId3"/>
          <a:stretch>
            <a:fillRect/>
          </a:stretch>
        </p:blipFill>
        <p:spPr>
          <a:xfrm>
            <a:off x="1439844" y="2638315"/>
            <a:ext cx="7039957" cy="790685"/>
          </a:xfrm>
          <a:prstGeom prst="rect">
            <a:avLst/>
          </a:prstGeom>
        </p:spPr>
      </p:pic>
      <p:sp>
        <p:nvSpPr>
          <p:cNvPr id="7" name="Google Shape;272;p24">
            <a:extLst>
              <a:ext uri="{FF2B5EF4-FFF2-40B4-BE49-F238E27FC236}">
                <a16:creationId xmlns:a16="http://schemas.microsoft.com/office/drawing/2014/main" id="{0CBC2774-2A0D-5E77-8AB4-7AD20446F292}"/>
              </a:ext>
            </a:extLst>
          </p:cNvPr>
          <p:cNvSpPr txBox="1">
            <a:spLocks/>
          </p:cNvSpPr>
          <p:nvPr/>
        </p:nvSpPr>
        <p:spPr>
          <a:xfrm>
            <a:off x="1377896" y="3409588"/>
            <a:ext cx="4218100"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S(t) denote for continuous signal</a:t>
            </a:r>
          </a:p>
        </p:txBody>
      </p:sp>
    </p:spTree>
    <p:extLst>
      <p:ext uri="{BB962C8B-B14F-4D97-AF65-F5344CB8AC3E}">
        <p14:creationId xmlns:p14="http://schemas.microsoft.com/office/powerpoint/2010/main" val="1978676808"/>
      </p:ext>
    </p:extLst>
  </p:cSld>
  <p:clrMapOvr>
    <a:masterClrMapping/>
  </p:clrMapOvr>
</p:sld>
</file>

<file path=ppt/theme/theme1.xml><?xml version="1.0" encoding="utf-8"?>
<a:theme xmlns:a="http://schemas.openxmlformats.org/drawingml/2006/main" name="Academic Conference Poster by Slidesgo">
  <a:themeElements>
    <a:clrScheme name="Simple Light">
      <a:dk1>
        <a:srgbClr val="100F0F"/>
      </a:dk1>
      <a:lt1>
        <a:srgbClr val="F4F2E7"/>
      </a:lt1>
      <a:dk2>
        <a:srgbClr val="FFFFFF"/>
      </a:dk2>
      <a:lt2>
        <a:srgbClr val="FFFFFF"/>
      </a:lt2>
      <a:accent1>
        <a:srgbClr val="FFFFFF"/>
      </a:accent1>
      <a:accent2>
        <a:srgbClr val="FFFFFF"/>
      </a:accent2>
      <a:accent3>
        <a:srgbClr val="FFFFFF"/>
      </a:accent3>
      <a:accent4>
        <a:srgbClr val="FFFFFF"/>
      </a:accent4>
      <a:accent5>
        <a:srgbClr val="FFFFFF"/>
      </a:accent5>
      <a:accent6>
        <a:srgbClr val="FFFFFF"/>
      </a:accent6>
      <a:hlink>
        <a:srgbClr val="100F0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Academic Conference Poster by Slidesgo">
  <a:themeElements>
    <a:clrScheme name="Simple Light">
      <a:dk1>
        <a:srgbClr val="100F0F"/>
      </a:dk1>
      <a:lt1>
        <a:srgbClr val="F4F2E7"/>
      </a:lt1>
      <a:dk2>
        <a:srgbClr val="FFFFFF"/>
      </a:dk2>
      <a:lt2>
        <a:srgbClr val="FFFFFF"/>
      </a:lt2>
      <a:accent1>
        <a:srgbClr val="FFFFFF"/>
      </a:accent1>
      <a:accent2>
        <a:srgbClr val="FFFFFF"/>
      </a:accent2>
      <a:accent3>
        <a:srgbClr val="FFFFFF"/>
      </a:accent3>
      <a:accent4>
        <a:srgbClr val="FFFFFF"/>
      </a:accent4>
      <a:accent5>
        <a:srgbClr val="FFFFFF"/>
      </a:accent5>
      <a:accent6>
        <a:srgbClr val="FFFFFF"/>
      </a:accent6>
      <a:hlink>
        <a:srgbClr val="100F0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420</TotalTime>
  <Words>702</Words>
  <Application>Microsoft Office PowerPoint</Application>
  <PresentationFormat>Widescreen</PresentationFormat>
  <Paragraphs>65</Paragraphs>
  <Slides>8</Slides>
  <Notes>8</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8</vt:i4>
      </vt:variant>
    </vt:vector>
  </HeadingPairs>
  <TitlesOfParts>
    <vt:vector size="19" baseType="lpstr">
      <vt:lpstr>Anaheim</vt:lpstr>
      <vt:lpstr>Arial</vt:lpstr>
      <vt:lpstr>Calibri</vt:lpstr>
      <vt:lpstr>Inconsolata</vt:lpstr>
      <vt:lpstr>NimbusRomNo9L-Regu</vt:lpstr>
      <vt:lpstr>NimbusRomNo9L-ReguItal</vt:lpstr>
      <vt:lpstr>Space Mono</vt:lpstr>
      <vt:lpstr>Times New Roman</vt:lpstr>
      <vt:lpstr>Wingdings</vt:lpstr>
      <vt:lpstr>Academic Conference Poster by Slidesgo</vt:lpstr>
      <vt:lpstr>1_Academic Conference Poster by Slidesgo</vt:lpstr>
      <vt:lpstr>Improved Waveform Classification for Integrated Radar-Communication 6G Systems via Convolutional Neural Networks </vt:lpstr>
      <vt:lpstr>Preview</vt:lpstr>
      <vt:lpstr>ABSTRACT</vt:lpstr>
      <vt:lpstr>OUTLINE</vt:lpstr>
      <vt:lpstr>MOTIVATION</vt:lpstr>
      <vt:lpstr>CONTRIBUTION</vt:lpstr>
      <vt:lpstr>INTRODUCTION</vt:lpstr>
      <vt:lpstr>INTRODUCTION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Nguyen Duy Huan</dc:creator>
  <cp:lastModifiedBy>Nguyen Duy Huan</cp:lastModifiedBy>
  <cp:revision>81</cp:revision>
  <dcterms:created xsi:type="dcterms:W3CDTF">2024-04-14T06:14:12Z</dcterms:created>
  <dcterms:modified xsi:type="dcterms:W3CDTF">2024-04-14T13:14:35Z</dcterms:modified>
</cp:coreProperties>
</file>