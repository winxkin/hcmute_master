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9" r:id="rId2"/>
  </p:sldMasterIdLst>
  <p:notesMasterIdLst>
    <p:notesMasterId r:id="rId30"/>
  </p:notesMasterIdLst>
  <p:sldIdLst>
    <p:sldId id="257" r:id="rId3"/>
    <p:sldId id="258" r:id="rId4"/>
    <p:sldId id="259" r:id="rId5"/>
    <p:sldId id="260" r:id="rId6"/>
    <p:sldId id="261" r:id="rId7"/>
    <p:sldId id="262" r:id="rId8"/>
    <p:sldId id="282" r:id="rId9"/>
    <p:sldId id="283"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 id="279" r:id="rId26"/>
    <p:sldId id="277" r:id="rId27"/>
    <p:sldId id="280" r:id="rId28"/>
    <p:sldId id="281"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643"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6357AC9-B4BA-44F7-9558-9CD0769A9A0A}" type="datetimeFigureOut">
              <a:rPr lang="en-US" smtClean="0"/>
              <a:t>4/20/2024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3186EE-E993-48A3-BFF0-E0AD26E40535}" type="slidenum">
              <a:rPr lang="en-US" smtClean="0"/>
              <a:t>‹#›</a:t>
            </a:fld>
            <a:endParaRPr lang="en-US"/>
          </a:p>
        </p:txBody>
      </p:sp>
    </p:spTree>
    <p:extLst>
      <p:ext uri="{BB962C8B-B14F-4D97-AF65-F5344CB8AC3E}">
        <p14:creationId xmlns:p14="http://schemas.microsoft.com/office/powerpoint/2010/main" val="298496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8459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6477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860847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341025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6586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49502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724338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50328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39644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796276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280373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264274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897620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3782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9875892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20138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65873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5689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681629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527530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832757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64537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7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485816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1c842b0c27a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0" name="Google Shape;270;g1c842b0c27a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40081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63527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167280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90103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724325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2234744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7451896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1768976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2939408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1183747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274718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64659155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24931539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09658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818339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6457598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452759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064486" y="1760159"/>
            <a:ext cx="10063154" cy="1989954"/>
          </a:xfrm>
          <a:prstGeom prst="rect">
            <a:avLst/>
          </a:prstGeom>
        </p:spPr>
        <p:txBody>
          <a:bodyPr spcFirstLastPara="1" wrap="square" lIns="256000" tIns="256000" rIns="256000" bIns="256000" anchor="b" anchorCtr="0">
            <a:noAutofit/>
          </a:bodyPr>
          <a:lstStyle>
            <a:lvl1pPr lvl="0" algn="ctr">
              <a:spcBef>
                <a:spcPts val="0"/>
              </a:spcBef>
              <a:spcAft>
                <a:spcPts val="0"/>
              </a:spcAft>
              <a:buSzPts val="14600"/>
              <a:buNone/>
              <a:defRPr sz="5793"/>
            </a:lvl1pPr>
            <a:lvl2pPr lvl="1" algn="ctr">
              <a:spcBef>
                <a:spcPts val="0"/>
              </a:spcBef>
              <a:spcAft>
                <a:spcPts val="0"/>
              </a:spcAft>
              <a:buSzPts val="14600"/>
              <a:buNone/>
              <a:defRPr sz="5793"/>
            </a:lvl2pPr>
            <a:lvl3pPr lvl="2" algn="ctr">
              <a:spcBef>
                <a:spcPts val="0"/>
              </a:spcBef>
              <a:spcAft>
                <a:spcPts val="0"/>
              </a:spcAft>
              <a:buSzPts val="14600"/>
              <a:buNone/>
              <a:defRPr sz="5793"/>
            </a:lvl3pPr>
            <a:lvl4pPr lvl="3" algn="ctr">
              <a:spcBef>
                <a:spcPts val="0"/>
              </a:spcBef>
              <a:spcAft>
                <a:spcPts val="0"/>
              </a:spcAft>
              <a:buSzPts val="14600"/>
              <a:buNone/>
              <a:defRPr sz="5793"/>
            </a:lvl4pPr>
            <a:lvl5pPr lvl="4" algn="ctr">
              <a:spcBef>
                <a:spcPts val="0"/>
              </a:spcBef>
              <a:spcAft>
                <a:spcPts val="0"/>
              </a:spcAft>
              <a:buSzPts val="14600"/>
              <a:buNone/>
              <a:defRPr sz="5793"/>
            </a:lvl5pPr>
            <a:lvl6pPr lvl="5" algn="ctr">
              <a:spcBef>
                <a:spcPts val="0"/>
              </a:spcBef>
              <a:spcAft>
                <a:spcPts val="0"/>
              </a:spcAft>
              <a:buSzPts val="14600"/>
              <a:buNone/>
              <a:defRPr sz="5793"/>
            </a:lvl6pPr>
            <a:lvl7pPr lvl="6" algn="ctr">
              <a:spcBef>
                <a:spcPts val="0"/>
              </a:spcBef>
              <a:spcAft>
                <a:spcPts val="0"/>
              </a:spcAft>
              <a:buSzPts val="14600"/>
              <a:buNone/>
              <a:defRPr sz="5793"/>
            </a:lvl7pPr>
            <a:lvl8pPr lvl="7" algn="ctr">
              <a:spcBef>
                <a:spcPts val="0"/>
              </a:spcBef>
              <a:spcAft>
                <a:spcPts val="0"/>
              </a:spcAft>
              <a:buSzPts val="14600"/>
              <a:buNone/>
              <a:defRPr sz="5793"/>
            </a:lvl8pPr>
            <a:lvl9pPr lvl="8" algn="ctr">
              <a:spcBef>
                <a:spcPts val="0"/>
              </a:spcBef>
              <a:spcAft>
                <a:spcPts val="0"/>
              </a:spcAft>
              <a:buSzPts val="14600"/>
              <a:buNone/>
              <a:defRPr sz="5793"/>
            </a:lvl9pPr>
          </a:lstStyle>
          <a:p>
            <a:endParaRPr/>
          </a:p>
        </p:txBody>
      </p:sp>
      <p:sp>
        <p:nvSpPr>
          <p:cNvPr id="10" name="Google Shape;10;p2"/>
          <p:cNvSpPr txBox="1">
            <a:spLocks noGrp="1"/>
          </p:cNvSpPr>
          <p:nvPr>
            <p:ph type="subTitle" idx="1"/>
          </p:nvPr>
        </p:nvSpPr>
        <p:spPr>
          <a:xfrm>
            <a:off x="1421157" y="3799356"/>
            <a:ext cx="9349652" cy="1056825"/>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7800"/>
              <a:buNone/>
              <a:defRPr sz="2897">
                <a:solidFill>
                  <a:srgbClr val="191919"/>
                </a:solidFill>
                <a:latin typeface="Anaheim"/>
                <a:ea typeface="Anaheim"/>
                <a:cs typeface="Anaheim"/>
                <a:sym typeface="Anaheim"/>
              </a:defRPr>
            </a:lvl1pPr>
            <a:lvl2pPr lvl="1" algn="ctr">
              <a:lnSpc>
                <a:spcPct val="100000"/>
              </a:lnSpc>
              <a:spcBef>
                <a:spcPts val="0"/>
              </a:spcBef>
              <a:spcAft>
                <a:spcPts val="0"/>
              </a:spcAft>
              <a:buSzPts val="7800"/>
              <a:buNone/>
              <a:defRPr sz="3095"/>
            </a:lvl2pPr>
            <a:lvl3pPr lvl="2" algn="ctr">
              <a:lnSpc>
                <a:spcPct val="100000"/>
              </a:lnSpc>
              <a:spcBef>
                <a:spcPts val="0"/>
              </a:spcBef>
              <a:spcAft>
                <a:spcPts val="0"/>
              </a:spcAft>
              <a:buSzPts val="7800"/>
              <a:buNone/>
              <a:defRPr sz="3095"/>
            </a:lvl3pPr>
            <a:lvl4pPr lvl="3" algn="ctr">
              <a:lnSpc>
                <a:spcPct val="100000"/>
              </a:lnSpc>
              <a:spcBef>
                <a:spcPts val="0"/>
              </a:spcBef>
              <a:spcAft>
                <a:spcPts val="0"/>
              </a:spcAft>
              <a:buSzPts val="7800"/>
              <a:buNone/>
              <a:defRPr sz="3095"/>
            </a:lvl4pPr>
            <a:lvl5pPr lvl="4" algn="ctr">
              <a:lnSpc>
                <a:spcPct val="100000"/>
              </a:lnSpc>
              <a:spcBef>
                <a:spcPts val="0"/>
              </a:spcBef>
              <a:spcAft>
                <a:spcPts val="0"/>
              </a:spcAft>
              <a:buSzPts val="7800"/>
              <a:buNone/>
              <a:defRPr sz="3095"/>
            </a:lvl5pPr>
            <a:lvl6pPr lvl="5" algn="ctr">
              <a:lnSpc>
                <a:spcPct val="100000"/>
              </a:lnSpc>
              <a:spcBef>
                <a:spcPts val="0"/>
              </a:spcBef>
              <a:spcAft>
                <a:spcPts val="0"/>
              </a:spcAft>
              <a:buSzPts val="7800"/>
              <a:buNone/>
              <a:defRPr sz="3095"/>
            </a:lvl6pPr>
            <a:lvl7pPr lvl="6" algn="ctr">
              <a:lnSpc>
                <a:spcPct val="100000"/>
              </a:lnSpc>
              <a:spcBef>
                <a:spcPts val="0"/>
              </a:spcBef>
              <a:spcAft>
                <a:spcPts val="0"/>
              </a:spcAft>
              <a:buSzPts val="7800"/>
              <a:buNone/>
              <a:defRPr sz="3095"/>
            </a:lvl7pPr>
            <a:lvl8pPr lvl="7" algn="ctr">
              <a:lnSpc>
                <a:spcPct val="100000"/>
              </a:lnSpc>
              <a:spcBef>
                <a:spcPts val="0"/>
              </a:spcBef>
              <a:spcAft>
                <a:spcPts val="0"/>
              </a:spcAft>
              <a:buSzPts val="7800"/>
              <a:buNone/>
              <a:defRPr sz="3095"/>
            </a:lvl8pPr>
            <a:lvl9pPr lvl="8" algn="ctr">
              <a:lnSpc>
                <a:spcPct val="100000"/>
              </a:lnSpc>
              <a:spcBef>
                <a:spcPts val="0"/>
              </a:spcBef>
              <a:spcAft>
                <a:spcPts val="0"/>
              </a:spcAft>
              <a:buSzPts val="7800"/>
              <a:buNone/>
              <a:defRPr sz="3095"/>
            </a:lvl9pPr>
          </a:lstStyle>
          <a:p>
            <a:endParaRPr/>
          </a:p>
        </p:txBody>
      </p:sp>
      <p:pic>
        <p:nvPicPr>
          <p:cNvPr id="11" name="Google Shape;11;p2"/>
          <p:cNvPicPr preferRelativeResize="0"/>
          <p:nvPr/>
        </p:nvPicPr>
        <p:blipFill>
          <a:blip r:embed="rId2">
            <a:alphaModFix/>
          </a:blip>
          <a:stretch>
            <a:fillRect/>
          </a:stretch>
        </p:blipFill>
        <p:spPr>
          <a:xfrm>
            <a:off x="11739923" y="2297044"/>
            <a:ext cx="2378763" cy="2264161"/>
          </a:xfrm>
          <a:prstGeom prst="rect">
            <a:avLst/>
          </a:prstGeom>
          <a:noFill/>
          <a:ln>
            <a:noFill/>
          </a:ln>
        </p:spPr>
      </p:pic>
      <p:grpSp>
        <p:nvGrpSpPr>
          <p:cNvPr id="12" name="Google Shape;12;p2"/>
          <p:cNvGrpSpPr/>
          <p:nvPr/>
        </p:nvGrpSpPr>
        <p:grpSpPr>
          <a:xfrm>
            <a:off x="-112065" y="192348"/>
            <a:ext cx="12416361" cy="6491851"/>
            <a:chOff x="-211800" y="484698"/>
            <a:chExt cx="23466600" cy="16358864"/>
          </a:xfrm>
        </p:grpSpPr>
        <p:cxnSp>
          <p:nvCxnSpPr>
            <p:cNvPr id="13" name="Google Shape;13;p2"/>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 name="Google Shape;14;p2"/>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15" name="Google Shape;15;p2"/>
          <p:cNvGrpSpPr/>
          <p:nvPr/>
        </p:nvGrpSpPr>
        <p:grpSpPr>
          <a:xfrm>
            <a:off x="2760428" y="64219"/>
            <a:ext cx="1036551" cy="963398"/>
            <a:chOff x="5953600" y="2687775"/>
            <a:chExt cx="1399625" cy="1734425"/>
          </a:xfrm>
        </p:grpSpPr>
        <p:sp>
          <p:nvSpPr>
            <p:cNvPr id="16" name="Google Shape;16;p2"/>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 name="Google Shape;17;p2"/>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8" name="Google Shape;18;p2"/>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9" name="Google Shape;19;p2"/>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20" name="Google Shape;20;p2"/>
          <p:cNvGrpSpPr/>
          <p:nvPr/>
        </p:nvGrpSpPr>
        <p:grpSpPr>
          <a:xfrm>
            <a:off x="10038144" y="104486"/>
            <a:ext cx="1384204" cy="882871"/>
            <a:chOff x="3089625" y="1360075"/>
            <a:chExt cx="1869050" cy="1589450"/>
          </a:xfrm>
        </p:grpSpPr>
        <p:sp>
          <p:nvSpPr>
            <p:cNvPr id="21" name="Google Shape;21;p2"/>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2" name="Google Shape;22;p2"/>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3" name="Google Shape;23;p2"/>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24" name="Google Shape;24;p2"/>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25108706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
        <p:cNvGrpSpPr/>
        <p:nvPr/>
      </p:nvGrpSpPr>
      <p:grpSpPr>
        <a:xfrm>
          <a:off x="0" y="0"/>
          <a:ext cx="0" cy="0"/>
          <a:chOff x="0" y="0"/>
          <a:chExt cx="0" cy="0"/>
        </a:xfrm>
      </p:grpSpPr>
      <p:sp>
        <p:nvSpPr>
          <p:cNvPr id="26" name="Google Shape;26;p3"/>
          <p:cNvSpPr txBox="1">
            <a:spLocks noGrp="1"/>
          </p:cNvSpPr>
          <p:nvPr>
            <p:ph type="title"/>
          </p:nvPr>
        </p:nvSpPr>
        <p:spPr>
          <a:xfrm>
            <a:off x="415606" y="2867904"/>
            <a:ext cx="11360950" cy="1122422"/>
          </a:xfrm>
          <a:prstGeom prst="rect">
            <a:avLst/>
          </a:prstGeom>
        </p:spPr>
        <p:txBody>
          <a:bodyPr spcFirstLastPara="1" wrap="square" lIns="256000" tIns="256000" rIns="256000" bIns="256000" anchor="ctr" anchorCtr="0">
            <a:noAutofit/>
          </a:bodyPr>
          <a:lstStyle>
            <a:lvl1pPr lvl="0" algn="ctr">
              <a:spcBef>
                <a:spcPts val="0"/>
              </a:spcBef>
              <a:spcAft>
                <a:spcPts val="0"/>
              </a:spcAft>
              <a:buSzPts val="10100"/>
              <a:buNone/>
              <a:defRPr sz="4008"/>
            </a:lvl1pPr>
            <a:lvl2pPr lvl="1" algn="ctr">
              <a:spcBef>
                <a:spcPts val="0"/>
              </a:spcBef>
              <a:spcAft>
                <a:spcPts val="0"/>
              </a:spcAft>
              <a:buSzPts val="10100"/>
              <a:buNone/>
              <a:defRPr sz="4008"/>
            </a:lvl2pPr>
            <a:lvl3pPr lvl="2" algn="ctr">
              <a:spcBef>
                <a:spcPts val="0"/>
              </a:spcBef>
              <a:spcAft>
                <a:spcPts val="0"/>
              </a:spcAft>
              <a:buSzPts val="10100"/>
              <a:buNone/>
              <a:defRPr sz="4008"/>
            </a:lvl3pPr>
            <a:lvl4pPr lvl="3" algn="ctr">
              <a:spcBef>
                <a:spcPts val="0"/>
              </a:spcBef>
              <a:spcAft>
                <a:spcPts val="0"/>
              </a:spcAft>
              <a:buSzPts val="10100"/>
              <a:buNone/>
              <a:defRPr sz="4008"/>
            </a:lvl4pPr>
            <a:lvl5pPr lvl="4" algn="ctr">
              <a:spcBef>
                <a:spcPts val="0"/>
              </a:spcBef>
              <a:spcAft>
                <a:spcPts val="0"/>
              </a:spcAft>
              <a:buSzPts val="10100"/>
              <a:buNone/>
              <a:defRPr sz="4008"/>
            </a:lvl5pPr>
            <a:lvl6pPr lvl="5" algn="ctr">
              <a:spcBef>
                <a:spcPts val="0"/>
              </a:spcBef>
              <a:spcAft>
                <a:spcPts val="0"/>
              </a:spcAft>
              <a:buSzPts val="10100"/>
              <a:buNone/>
              <a:defRPr sz="4008"/>
            </a:lvl6pPr>
            <a:lvl7pPr lvl="6" algn="ctr">
              <a:spcBef>
                <a:spcPts val="0"/>
              </a:spcBef>
              <a:spcAft>
                <a:spcPts val="0"/>
              </a:spcAft>
              <a:buSzPts val="10100"/>
              <a:buNone/>
              <a:defRPr sz="4008"/>
            </a:lvl7pPr>
            <a:lvl8pPr lvl="7" algn="ctr">
              <a:spcBef>
                <a:spcPts val="0"/>
              </a:spcBef>
              <a:spcAft>
                <a:spcPts val="0"/>
              </a:spcAft>
              <a:buSzPts val="10100"/>
              <a:buNone/>
              <a:defRPr sz="4008"/>
            </a:lvl8pPr>
            <a:lvl9pPr lvl="8" algn="ctr">
              <a:spcBef>
                <a:spcPts val="0"/>
              </a:spcBef>
              <a:spcAft>
                <a:spcPts val="0"/>
              </a:spcAft>
              <a:buSzPts val="10100"/>
              <a:buNone/>
              <a:defRPr sz="4008"/>
            </a:lvl9pPr>
          </a:lstStyle>
          <a:p>
            <a:endParaRPr/>
          </a:p>
        </p:txBody>
      </p:sp>
    </p:spTree>
    <p:extLst>
      <p:ext uri="{BB962C8B-B14F-4D97-AF65-F5344CB8AC3E}">
        <p14:creationId xmlns:p14="http://schemas.microsoft.com/office/powerpoint/2010/main" val="31995920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29" name="Google Shape;29;p4"/>
          <p:cNvSpPr txBox="1">
            <a:spLocks noGrp="1"/>
          </p:cNvSpPr>
          <p:nvPr>
            <p:ph type="body" idx="1"/>
          </p:nvPr>
        </p:nvSpPr>
        <p:spPr>
          <a:xfrm>
            <a:off x="246736" y="1070287"/>
            <a:ext cx="11698732" cy="3212856"/>
          </a:xfrm>
          <a:prstGeom prst="rect">
            <a:avLst/>
          </a:prstGeom>
        </p:spPr>
        <p:txBody>
          <a:bodyPr spcFirstLastPara="1" wrap="square" lIns="256000" tIns="256000" rIns="256000" bIns="256000" anchor="t" anchorCtr="0">
            <a:noAutofit/>
          </a:bodyPr>
          <a:lstStyle>
            <a:lvl1pPr marL="181417" lvl="0" indent="-178897">
              <a:lnSpc>
                <a:spcPct val="100000"/>
              </a:lnSpc>
              <a:spcBef>
                <a:spcPts val="0"/>
              </a:spcBef>
              <a:spcAft>
                <a:spcPts val="0"/>
              </a:spcAft>
              <a:buClr>
                <a:srgbClr val="AAB7BA"/>
              </a:buClr>
              <a:buSzPts val="3500"/>
              <a:buFont typeface="Inconsolata"/>
              <a:buChar char="○"/>
              <a:defRPr sz="1389"/>
            </a:lvl1pPr>
            <a:lvl2pPr marL="362834" lvl="1" indent="-178897">
              <a:lnSpc>
                <a:spcPct val="100000"/>
              </a:lnSpc>
              <a:spcBef>
                <a:spcPts val="0"/>
              </a:spcBef>
              <a:spcAft>
                <a:spcPts val="0"/>
              </a:spcAft>
              <a:buClr>
                <a:srgbClr val="434343"/>
              </a:buClr>
              <a:buSzPts val="3500"/>
              <a:buFont typeface="Inconsolata"/>
              <a:buChar char="○"/>
              <a:defRPr/>
            </a:lvl2pPr>
            <a:lvl3pPr marL="544251" lvl="2" indent="-178897">
              <a:lnSpc>
                <a:spcPct val="100000"/>
              </a:lnSpc>
              <a:spcBef>
                <a:spcPts val="0"/>
              </a:spcBef>
              <a:spcAft>
                <a:spcPts val="0"/>
              </a:spcAft>
              <a:buClr>
                <a:srgbClr val="434343"/>
              </a:buClr>
              <a:buSzPts val="3500"/>
              <a:buFont typeface="Inconsolata"/>
              <a:buChar char="■"/>
              <a:defRPr/>
            </a:lvl3pPr>
            <a:lvl4pPr marL="725668" lvl="3" indent="-178897">
              <a:lnSpc>
                <a:spcPct val="100000"/>
              </a:lnSpc>
              <a:spcBef>
                <a:spcPts val="0"/>
              </a:spcBef>
              <a:spcAft>
                <a:spcPts val="0"/>
              </a:spcAft>
              <a:buClr>
                <a:srgbClr val="434343"/>
              </a:buClr>
              <a:buSzPts val="3500"/>
              <a:buFont typeface="Inconsolata"/>
              <a:buChar char="●"/>
              <a:defRPr/>
            </a:lvl4pPr>
            <a:lvl5pPr marL="907085" lvl="4" indent="-178897">
              <a:lnSpc>
                <a:spcPct val="100000"/>
              </a:lnSpc>
              <a:spcBef>
                <a:spcPts val="0"/>
              </a:spcBef>
              <a:spcAft>
                <a:spcPts val="0"/>
              </a:spcAft>
              <a:buClr>
                <a:srgbClr val="434343"/>
              </a:buClr>
              <a:buSzPts val="3500"/>
              <a:buFont typeface="Inconsolata"/>
              <a:buChar char="○"/>
              <a:defRPr/>
            </a:lvl5pPr>
            <a:lvl6pPr marL="1088502" lvl="5" indent="-178897">
              <a:lnSpc>
                <a:spcPct val="100000"/>
              </a:lnSpc>
              <a:spcBef>
                <a:spcPts val="0"/>
              </a:spcBef>
              <a:spcAft>
                <a:spcPts val="0"/>
              </a:spcAft>
              <a:buClr>
                <a:srgbClr val="434343"/>
              </a:buClr>
              <a:buSzPts val="3500"/>
              <a:buFont typeface="Inconsolata"/>
              <a:buChar char="■"/>
              <a:defRPr/>
            </a:lvl6pPr>
            <a:lvl7pPr marL="1269919" lvl="6" indent="-178897">
              <a:lnSpc>
                <a:spcPct val="100000"/>
              </a:lnSpc>
              <a:spcBef>
                <a:spcPts val="0"/>
              </a:spcBef>
              <a:spcAft>
                <a:spcPts val="0"/>
              </a:spcAft>
              <a:buClr>
                <a:srgbClr val="434343"/>
              </a:buClr>
              <a:buSzPts val="3500"/>
              <a:buFont typeface="Inconsolata"/>
              <a:buChar char="●"/>
              <a:defRPr/>
            </a:lvl7pPr>
            <a:lvl8pPr marL="1451336" lvl="7" indent="-178897">
              <a:lnSpc>
                <a:spcPct val="100000"/>
              </a:lnSpc>
              <a:spcBef>
                <a:spcPts val="0"/>
              </a:spcBef>
              <a:spcAft>
                <a:spcPts val="0"/>
              </a:spcAft>
              <a:buClr>
                <a:srgbClr val="434343"/>
              </a:buClr>
              <a:buSzPts val="3500"/>
              <a:buFont typeface="Inconsolata"/>
              <a:buChar char="○"/>
              <a:defRPr/>
            </a:lvl8pPr>
            <a:lvl9pPr marL="1632753" lvl="8" indent="-178897">
              <a:lnSpc>
                <a:spcPct val="100000"/>
              </a:lnSpc>
              <a:spcBef>
                <a:spcPts val="0"/>
              </a:spcBef>
              <a:spcAft>
                <a:spcPts val="0"/>
              </a:spcAft>
              <a:buClr>
                <a:srgbClr val="434343"/>
              </a:buClr>
              <a:buSzPts val="3500"/>
              <a:buFont typeface="Inconsolata"/>
              <a:buChar char="■"/>
              <a:defRPr/>
            </a:lvl9pPr>
          </a:lstStyle>
          <a:p>
            <a:endParaRPr/>
          </a:p>
        </p:txBody>
      </p:sp>
      <p:grpSp>
        <p:nvGrpSpPr>
          <p:cNvPr id="30" name="Google Shape;30;p4"/>
          <p:cNvGrpSpPr/>
          <p:nvPr/>
        </p:nvGrpSpPr>
        <p:grpSpPr>
          <a:xfrm>
            <a:off x="-112065" y="192348"/>
            <a:ext cx="12416361" cy="6491851"/>
            <a:chOff x="-211800" y="484698"/>
            <a:chExt cx="23466600" cy="16358864"/>
          </a:xfrm>
        </p:grpSpPr>
        <p:cxnSp>
          <p:nvCxnSpPr>
            <p:cNvPr id="31" name="Google Shape;31;p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32" name="Google Shape;32;p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2647583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415606" y="593388"/>
            <a:ext cx="11360950" cy="763599"/>
          </a:xfrm>
          <a:prstGeom prst="rect">
            <a:avLst/>
          </a:prstGeom>
        </p:spPr>
        <p:txBody>
          <a:bodyPr spcFirstLastPara="1" wrap="square" lIns="256000" tIns="256000" rIns="256000" bIns="256000" anchor="t" anchorCtr="0">
            <a:noAutofit/>
          </a:bodyPr>
          <a:lstStyle>
            <a:lvl1pPr lvl="0">
              <a:spcBef>
                <a:spcPts val="0"/>
              </a:spcBef>
              <a:spcAft>
                <a:spcPts val="0"/>
              </a:spcAft>
              <a:buSzPts val="7800"/>
              <a:buNone/>
              <a:defRPr/>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sp>
        <p:nvSpPr>
          <p:cNvPr id="35" name="Google Shape;35;p5"/>
          <p:cNvSpPr txBox="1">
            <a:spLocks noGrp="1"/>
          </p:cNvSpPr>
          <p:nvPr>
            <p:ph type="body" idx="1"/>
          </p:nvPr>
        </p:nvSpPr>
        <p:spPr>
          <a:xfrm>
            <a:off x="415606"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
        <p:nvSpPr>
          <p:cNvPr id="36" name="Google Shape;36;p5"/>
          <p:cNvSpPr txBox="1">
            <a:spLocks noGrp="1"/>
          </p:cNvSpPr>
          <p:nvPr>
            <p:ph type="body" idx="2"/>
          </p:nvPr>
        </p:nvSpPr>
        <p:spPr>
          <a:xfrm>
            <a:off x="6443287" y="1536689"/>
            <a:ext cx="5333248" cy="4555405"/>
          </a:xfrm>
          <a:prstGeom prst="rect">
            <a:avLst/>
          </a:prstGeom>
        </p:spPr>
        <p:txBody>
          <a:bodyPr spcFirstLastPara="1" wrap="square" lIns="256000" tIns="256000" rIns="256000" bIns="256000" anchor="t" anchorCtr="0">
            <a:noAutofit/>
          </a:bodyPr>
          <a:lstStyle>
            <a:lvl1pPr marL="181417" lvl="0" indent="-188976">
              <a:spcBef>
                <a:spcPts val="0"/>
              </a:spcBef>
              <a:spcAft>
                <a:spcPts val="0"/>
              </a:spcAft>
              <a:buSzPts val="3900"/>
              <a:buChar char="●"/>
              <a:defRPr sz="1548"/>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spTree>
    <p:extLst>
      <p:ext uri="{BB962C8B-B14F-4D97-AF65-F5344CB8AC3E}">
        <p14:creationId xmlns:p14="http://schemas.microsoft.com/office/powerpoint/2010/main" val="19514790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a:spcBef>
                <a:spcPts val="0"/>
              </a:spcBef>
              <a:spcAft>
                <a:spcPts val="0"/>
              </a:spcAft>
              <a:buSzPts val="7800"/>
              <a:buNone/>
              <a:defRPr b="1"/>
            </a:lvl1pPr>
            <a:lvl2pPr lvl="1">
              <a:spcBef>
                <a:spcPts val="0"/>
              </a:spcBef>
              <a:spcAft>
                <a:spcPts val="0"/>
              </a:spcAft>
              <a:buSzPts val="7800"/>
              <a:buNone/>
              <a:defRPr/>
            </a:lvl2pPr>
            <a:lvl3pPr lvl="2">
              <a:spcBef>
                <a:spcPts val="0"/>
              </a:spcBef>
              <a:spcAft>
                <a:spcPts val="0"/>
              </a:spcAft>
              <a:buSzPts val="7800"/>
              <a:buNone/>
              <a:defRPr/>
            </a:lvl3pPr>
            <a:lvl4pPr lvl="3">
              <a:spcBef>
                <a:spcPts val="0"/>
              </a:spcBef>
              <a:spcAft>
                <a:spcPts val="0"/>
              </a:spcAft>
              <a:buSzPts val="7800"/>
              <a:buNone/>
              <a:defRPr/>
            </a:lvl4pPr>
            <a:lvl5pPr lvl="4">
              <a:spcBef>
                <a:spcPts val="0"/>
              </a:spcBef>
              <a:spcAft>
                <a:spcPts val="0"/>
              </a:spcAft>
              <a:buSzPts val="7800"/>
              <a:buNone/>
              <a:defRPr/>
            </a:lvl5pPr>
            <a:lvl6pPr lvl="5">
              <a:spcBef>
                <a:spcPts val="0"/>
              </a:spcBef>
              <a:spcAft>
                <a:spcPts val="0"/>
              </a:spcAft>
              <a:buSzPts val="7800"/>
              <a:buNone/>
              <a:defRPr/>
            </a:lvl6pPr>
            <a:lvl7pPr lvl="6">
              <a:spcBef>
                <a:spcPts val="0"/>
              </a:spcBef>
              <a:spcAft>
                <a:spcPts val="0"/>
              </a:spcAft>
              <a:buSzPts val="7800"/>
              <a:buNone/>
              <a:defRPr/>
            </a:lvl7pPr>
            <a:lvl8pPr lvl="7">
              <a:spcBef>
                <a:spcPts val="0"/>
              </a:spcBef>
              <a:spcAft>
                <a:spcPts val="0"/>
              </a:spcAft>
              <a:buSzPts val="7800"/>
              <a:buNone/>
              <a:defRPr/>
            </a:lvl8pPr>
            <a:lvl9pPr lvl="8">
              <a:spcBef>
                <a:spcPts val="0"/>
              </a:spcBef>
              <a:spcAft>
                <a:spcPts val="0"/>
              </a:spcAft>
              <a:buSzPts val="7800"/>
              <a:buNone/>
              <a:defRPr/>
            </a:lvl9pPr>
          </a:lstStyle>
          <a:p>
            <a:endParaRPr/>
          </a:p>
        </p:txBody>
      </p:sp>
      <p:cxnSp>
        <p:nvCxnSpPr>
          <p:cNvPr id="39" name="Google Shape;39;p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0" name="Google Shape;40;p6"/>
          <p:cNvGrpSpPr/>
          <p:nvPr/>
        </p:nvGrpSpPr>
        <p:grpSpPr>
          <a:xfrm>
            <a:off x="-112065" y="192348"/>
            <a:ext cx="12416361" cy="6491851"/>
            <a:chOff x="-211800" y="484698"/>
            <a:chExt cx="23466600" cy="16358864"/>
          </a:xfrm>
        </p:grpSpPr>
        <p:cxnSp>
          <p:nvCxnSpPr>
            <p:cNvPr id="41" name="Google Shape;41;p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42" name="Google Shape;42;p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43" name="Google Shape;43;p6"/>
          <p:cNvPicPr preferRelativeResize="0"/>
          <p:nvPr/>
        </p:nvPicPr>
        <p:blipFill>
          <a:blip r:embed="rId2">
            <a:alphaModFix/>
          </a:blip>
          <a:stretch>
            <a:fillRect/>
          </a:stretch>
        </p:blipFill>
        <p:spPr>
          <a:xfrm rot="-3915739">
            <a:off x="11049298" y="4352016"/>
            <a:ext cx="3367892" cy="493896"/>
          </a:xfrm>
          <a:prstGeom prst="rect">
            <a:avLst/>
          </a:prstGeom>
          <a:noFill/>
          <a:ln>
            <a:noFill/>
          </a:ln>
        </p:spPr>
      </p:pic>
      <p:pic>
        <p:nvPicPr>
          <p:cNvPr id="44" name="Google Shape;44;p6"/>
          <p:cNvPicPr preferRelativeResize="0"/>
          <p:nvPr/>
        </p:nvPicPr>
        <p:blipFill>
          <a:blip r:embed="rId3">
            <a:alphaModFix/>
          </a:blip>
          <a:stretch>
            <a:fillRect/>
          </a:stretch>
        </p:blipFill>
        <p:spPr>
          <a:xfrm>
            <a:off x="-655610" y="1061865"/>
            <a:ext cx="1036562" cy="777439"/>
          </a:xfrm>
          <a:prstGeom prst="rect">
            <a:avLst/>
          </a:prstGeom>
          <a:noFill/>
          <a:ln>
            <a:noFill/>
          </a:ln>
        </p:spPr>
      </p:pic>
    </p:spTree>
    <p:extLst>
      <p:ext uri="{BB962C8B-B14F-4D97-AF65-F5344CB8AC3E}">
        <p14:creationId xmlns:p14="http://schemas.microsoft.com/office/powerpoint/2010/main" val="33756014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a:spcBef>
                <a:spcPts val="0"/>
              </a:spcBef>
              <a:spcAft>
                <a:spcPts val="0"/>
              </a:spcAft>
              <a:buSzPts val="6700"/>
              <a:buNone/>
              <a:defRPr/>
            </a:lvl1pPr>
            <a:lvl2pPr lvl="1">
              <a:spcBef>
                <a:spcPts val="0"/>
              </a:spcBef>
              <a:spcAft>
                <a:spcPts val="0"/>
              </a:spcAft>
              <a:buSzPts val="6700"/>
              <a:buNone/>
              <a:defRPr sz="2659"/>
            </a:lvl2pPr>
            <a:lvl3pPr lvl="2">
              <a:spcBef>
                <a:spcPts val="0"/>
              </a:spcBef>
              <a:spcAft>
                <a:spcPts val="0"/>
              </a:spcAft>
              <a:buSzPts val="6700"/>
              <a:buNone/>
              <a:defRPr sz="2659"/>
            </a:lvl3pPr>
            <a:lvl4pPr lvl="3">
              <a:spcBef>
                <a:spcPts val="0"/>
              </a:spcBef>
              <a:spcAft>
                <a:spcPts val="0"/>
              </a:spcAft>
              <a:buSzPts val="6700"/>
              <a:buNone/>
              <a:defRPr sz="2659"/>
            </a:lvl4pPr>
            <a:lvl5pPr lvl="4">
              <a:spcBef>
                <a:spcPts val="0"/>
              </a:spcBef>
              <a:spcAft>
                <a:spcPts val="0"/>
              </a:spcAft>
              <a:buSzPts val="6700"/>
              <a:buNone/>
              <a:defRPr sz="2659"/>
            </a:lvl5pPr>
            <a:lvl6pPr lvl="5">
              <a:spcBef>
                <a:spcPts val="0"/>
              </a:spcBef>
              <a:spcAft>
                <a:spcPts val="0"/>
              </a:spcAft>
              <a:buSzPts val="6700"/>
              <a:buNone/>
              <a:defRPr sz="2659"/>
            </a:lvl6pPr>
            <a:lvl7pPr lvl="6">
              <a:spcBef>
                <a:spcPts val="0"/>
              </a:spcBef>
              <a:spcAft>
                <a:spcPts val="0"/>
              </a:spcAft>
              <a:buSzPts val="6700"/>
              <a:buNone/>
              <a:defRPr sz="2659"/>
            </a:lvl7pPr>
            <a:lvl8pPr lvl="7">
              <a:spcBef>
                <a:spcPts val="0"/>
              </a:spcBef>
              <a:spcAft>
                <a:spcPts val="0"/>
              </a:spcAft>
              <a:buSzPts val="6700"/>
              <a:buNone/>
              <a:defRPr sz="2659"/>
            </a:lvl8pPr>
            <a:lvl9pPr lvl="8">
              <a:spcBef>
                <a:spcPts val="0"/>
              </a:spcBef>
              <a:spcAft>
                <a:spcPts val="0"/>
              </a:spcAft>
              <a:buSzPts val="6700"/>
              <a:buNone/>
              <a:defRPr sz="2659"/>
            </a:lvl9pPr>
          </a:lstStyle>
          <a:p>
            <a:endParaRPr/>
          </a:p>
        </p:txBody>
      </p:sp>
      <p:sp>
        <p:nvSpPr>
          <p:cNvPr id="47" name="Google Shape;47;p7"/>
          <p:cNvSpPr txBox="1">
            <a:spLocks noGrp="1"/>
          </p:cNvSpPr>
          <p:nvPr>
            <p:ph type="body" idx="1"/>
          </p:nvPr>
        </p:nvSpPr>
        <p:spPr>
          <a:xfrm>
            <a:off x="241908" y="1070288"/>
            <a:ext cx="11703494" cy="3231785"/>
          </a:xfrm>
          <a:prstGeom prst="rect">
            <a:avLst/>
          </a:prstGeom>
        </p:spPr>
        <p:txBody>
          <a:bodyPr spcFirstLastPara="1" wrap="square" lIns="256000" tIns="256000" rIns="256000" bIns="256000" anchor="t" anchorCtr="0">
            <a:noAutofit/>
          </a:bodyPr>
          <a:lstStyle>
            <a:lvl1pPr marL="181417" lvl="0" indent="-176378">
              <a:spcBef>
                <a:spcPts val="0"/>
              </a:spcBef>
              <a:spcAft>
                <a:spcPts val="0"/>
              </a:spcAft>
              <a:buSzPts val="3400"/>
              <a:buChar char="●"/>
              <a:defRPr sz="1389"/>
            </a:lvl1pPr>
            <a:lvl2pPr marL="362834" lvl="1" indent="-176378">
              <a:spcBef>
                <a:spcPts val="0"/>
              </a:spcBef>
              <a:spcAft>
                <a:spcPts val="0"/>
              </a:spcAft>
              <a:buSzPts val="3400"/>
              <a:buChar char="○"/>
              <a:defRPr sz="1349"/>
            </a:lvl2pPr>
            <a:lvl3pPr marL="544251" lvl="2" indent="-176378">
              <a:spcBef>
                <a:spcPts val="0"/>
              </a:spcBef>
              <a:spcAft>
                <a:spcPts val="0"/>
              </a:spcAft>
              <a:buSzPts val="3400"/>
              <a:buChar char="■"/>
              <a:defRPr sz="1349"/>
            </a:lvl3pPr>
            <a:lvl4pPr marL="725668" lvl="3" indent="-176378">
              <a:spcBef>
                <a:spcPts val="0"/>
              </a:spcBef>
              <a:spcAft>
                <a:spcPts val="0"/>
              </a:spcAft>
              <a:buSzPts val="3400"/>
              <a:buChar char="●"/>
              <a:defRPr sz="1349"/>
            </a:lvl4pPr>
            <a:lvl5pPr marL="907085" lvl="4" indent="-176378">
              <a:spcBef>
                <a:spcPts val="0"/>
              </a:spcBef>
              <a:spcAft>
                <a:spcPts val="0"/>
              </a:spcAft>
              <a:buSzPts val="3400"/>
              <a:buChar char="○"/>
              <a:defRPr sz="1349"/>
            </a:lvl5pPr>
            <a:lvl6pPr marL="1088502" lvl="5" indent="-176378">
              <a:spcBef>
                <a:spcPts val="0"/>
              </a:spcBef>
              <a:spcAft>
                <a:spcPts val="0"/>
              </a:spcAft>
              <a:buSzPts val="3400"/>
              <a:buChar char="■"/>
              <a:defRPr sz="1349"/>
            </a:lvl6pPr>
            <a:lvl7pPr marL="1269919" lvl="6" indent="-176378">
              <a:spcBef>
                <a:spcPts val="0"/>
              </a:spcBef>
              <a:spcAft>
                <a:spcPts val="0"/>
              </a:spcAft>
              <a:buSzPts val="3400"/>
              <a:buChar char="●"/>
              <a:defRPr sz="1349"/>
            </a:lvl7pPr>
            <a:lvl8pPr marL="1451336" lvl="7" indent="-176378">
              <a:spcBef>
                <a:spcPts val="0"/>
              </a:spcBef>
              <a:spcAft>
                <a:spcPts val="0"/>
              </a:spcAft>
              <a:buSzPts val="3400"/>
              <a:buChar char="○"/>
              <a:defRPr sz="1349"/>
            </a:lvl8pPr>
            <a:lvl9pPr marL="1632753" lvl="8" indent="-176378">
              <a:spcBef>
                <a:spcPts val="0"/>
              </a:spcBef>
              <a:spcAft>
                <a:spcPts val="0"/>
              </a:spcAft>
              <a:buSzPts val="3400"/>
              <a:buChar char="■"/>
              <a:defRPr sz="1349"/>
            </a:lvl9pPr>
          </a:lstStyle>
          <a:p>
            <a:endParaRPr/>
          </a:p>
        </p:txBody>
      </p:sp>
      <p:cxnSp>
        <p:nvCxnSpPr>
          <p:cNvPr id="48" name="Google Shape;48;p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49" name="Google Shape;49;p7"/>
          <p:cNvGrpSpPr/>
          <p:nvPr/>
        </p:nvGrpSpPr>
        <p:grpSpPr>
          <a:xfrm>
            <a:off x="-112065" y="192348"/>
            <a:ext cx="12416361" cy="6491851"/>
            <a:chOff x="-211800" y="484698"/>
            <a:chExt cx="23466600" cy="16358864"/>
          </a:xfrm>
        </p:grpSpPr>
        <p:cxnSp>
          <p:nvCxnSpPr>
            <p:cNvPr id="50" name="Google Shape;50;p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51" name="Google Shape;51;p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grpSp>
        <p:nvGrpSpPr>
          <p:cNvPr id="52" name="Google Shape;52;p7"/>
          <p:cNvGrpSpPr/>
          <p:nvPr/>
        </p:nvGrpSpPr>
        <p:grpSpPr>
          <a:xfrm>
            <a:off x="-6" y="5491412"/>
            <a:ext cx="5835689" cy="1366836"/>
            <a:chOff x="12013575" y="13837850"/>
            <a:chExt cx="11029300" cy="3444300"/>
          </a:xfrm>
        </p:grpSpPr>
        <p:sp>
          <p:nvSpPr>
            <p:cNvPr id="53" name="Google Shape;53;p7"/>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54" name="Google Shape;54;p7"/>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5" name="Google Shape;55;p7"/>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6" name="Google Shape;56;p7"/>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7" name="Google Shape;57;p7"/>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8" name="Google Shape;58;p7"/>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59" name="Google Shape;59;p7"/>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0" name="Google Shape;60;p7"/>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61" name="Google Shape;61;p7"/>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2" name="Google Shape;62;p7"/>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3" name="Google Shape;63;p7"/>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4" name="Google Shape;64;p7"/>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5" name="Google Shape;65;p7"/>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6" name="Google Shape;66;p7"/>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7" name="Google Shape;67;p7"/>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8" name="Google Shape;68;p7"/>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69" name="Google Shape;69;p7"/>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0" name="Google Shape;70;p7"/>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1" name="Google Shape;71;p7"/>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2" name="Google Shape;72;p7"/>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3" name="Google Shape;73;p7"/>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4" name="Google Shape;74;p7"/>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5" name="Google Shape;75;p7"/>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6" name="Google Shape;76;p7"/>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7" name="Google Shape;77;p7"/>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8" name="Google Shape;78;p7"/>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79" name="Google Shape;79;p7"/>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0" name="Google Shape;80;p7"/>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1" name="Google Shape;81;p7"/>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2" name="Google Shape;82;p7"/>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3" name="Google Shape;83;p7"/>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4" name="Google Shape;84;p7"/>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85" name="Google Shape;85;p7"/>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pic>
        <p:nvPicPr>
          <p:cNvPr id="86" name="Google Shape;86;p7"/>
          <p:cNvPicPr preferRelativeResize="0"/>
          <p:nvPr/>
        </p:nvPicPr>
        <p:blipFill>
          <a:blip r:embed="rId2">
            <a:alphaModFix/>
          </a:blip>
          <a:stretch>
            <a:fillRect/>
          </a:stretch>
        </p:blipFill>
        <p:spPr>
          <a:xfrm>
            <a:off x="9813396" y="4158486"/>
            <a:ext cx="2378763" cy="2264161"/>
          </a:xfrm>
          <a:prstGeom prst="rect">
            <a:avLst/>
          </a:prstGeom>
          <a:noFill/>
          <a:ln>
            <a:noFill/>
          </a:ln>
        </p:spPr>
      </p:pic>
      <p:pic>
        <p:nvPicPr>
          <p:cNvPr id="87" name="Google Shape;87;p7"/>
          <p:cNvPicPr preferRelativeResize="0"/>
          <p:nvPr/>
        </p:nvPicPr>
        <p:blipFill>
          <a:blip r:embed="rId3">
            <a:alphaModFix/>
          </a:blip>
          <a:stretch>
            <a:fillRect/>
          </a:stretch>
        </p:blipFill>
        <p:spPr>
          <a:xfrm rot="-3915739">
            <a:off x="5800245" y="6302772"/>
            <a:ext cx="3367892" cy="493896"/>
          </a:xfrm>
          <a:prstGeom prst="rect">
            <a:avLst/>
          </a:prstGeom>
          <a:noFill/>
          <a:ln>
            <a:noFill/>
          </a:ln>
        </p:spPr>
      </p:pic>
      <p:pic>
        <p:nvPicPr>
          <p:cNvPr id="88" name="Google Shape;88;p7"/>
          <p:cNvPicPr preferRelativeResize="0"/>
          <p:nvPr/>
        </p:nvPicPr>
        <p:blipFill>
          <a:blip r:embed="rId4">
            <a:alphaModFix/>
          </a:blip>
          <a:stretch>
            <a:fillRect/>
          </a:stretch>
        </p:blipFill>
        <p:spPr>
          <a:xfrm>
            <a:off x="735606" y="5293538"/>
            <a:ext cx="1036562" cy="777439"/>
          </a:xfrm>
          <a:prstGeom prst="rect">
            <a:avLst/>
          </a:prstGeom>
          <a:noFill/>
          <a:ln>
            <a:noFill/>
          </a:ln>
        </p:spPr>
      </p:pic>
    </p:spTree>
    <p:extLst>
      <p:ext uri="{BB962C8B-B14F-4D97-AF65-F5344CB8AC3E}">
        <p14:creationId xmlns:p14="http://schemas.microsoft.com/office/powerpoint/2010/main" val="372934939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9"/>
        <p:cNvGrpSpPr/>
        <p:nvPr/>
      </p:nvGrpSpPr>
      <p:grpSpPr>
        <a:xfrm>
          <a:off x="0" y="0"/>
          <a:ext cx="0" cy="0"/>
          <a:chOff x="0" y="0"/>
          <a:chExt cx="0" cy="0"/>
        </a:xfrm>
      </p:grpSpPr>
      <p:sp>
        <p:nvSpPr>
          <p:cNvPr id="90" name="Google Shape;90;p8"/>
          <p:cNvSpPr txBox="1">
            <a:spLocks noGrp="1"/>
          </p:cNvSpPr>
          <p:nvPr>
            <p:ph type="title"/>
          </p:nvPr>
        </p:nvSpPr>
        <p:spPr>
          <a:xfrm>
            <a:off x="653676" y="600222"/>
            <a:ext cx="8490593" cy="5454605"/>
          </a:xfrm>
          <a:prstGeom prst="rect">
            <a:avLst/>
          </a:prstGeom>
        </p:spPr>
        <p:txBody>
          <a:bodyPr spcFirstLastPara="1" wrap="square" lIns="256000" tIns="256000" rIns="256000" bIns="256000" anchor="ctr" anchorCtr="0">
            <a:noAutofit/>
          </a:bodyPr>
          <a:lstStyle>
            <a:lvl1pPr lvl="0">
              <a:spcBef>
                <a:spcPts val="0"/>
              </a:spcBef>
              <a:spcAft>
                <a:spcPts val="0"/>
              </a:spcAft>
              <a:buSzPts val="13400"/>
              <a:buNone/>
              <a:defRPr sz="5317"/>
            </a:lvl1pPr>
            <a:lvl2pPr lvl="1">
              <a:spcBef>
                <a:spcPts val="0"/>
              </a:spcBef>
              <a:spcAft>
                <a:spcPts val="0"/>
              </a:spcAft>
              <a:buSzPts val="13400"/>
              <a:buNone/>
              <a:defRPr sz="5317"/>
            </a:lvl2pPr>
            <a:lvl3pPr lvl="2">
              <a:spcBef>
                <a:spcPts val="0"/>
              </a:spcBef>
              <a:spcAft>
                <a:spcPts val="0"/>
              </a:spcAft>
              <a:buSzPts val="13400"/>
              <a:buNone/>
              <a:defRPr sz="5317"/>
            </a:lvl3pPr>
            <a:lvl4pPr lvl="3">
              <a:spcBef>
                <a:spcPts val="0"/>
              </a:spcBef>
              <a:spcAft>
                <a:spcPts val="0"/>
              </a:spcAft>
              <a:buSzPts val="13400"/>
              <a:buNone/>
              <a:defRPr sz="5317"/>
            </a:lvl4pPr>
            <a:lvl5pPr lvl="4">
              <a:spcBef>
                <a:spcPts val="0"/>
              </a:spcBef>
              <a:spcAft>
                <a:spcPts val="0"/>
              </a:spcAft>
              <a:buSzPts val="13400"/>
              <a:buNone/>
              <a:defRPr sz="5317"/>
            </a:lvl5pPr>
            <a:lvl6pPr lvl="5">
              <a:spcBef>
                <a:spcPts val="0"/>
              </a:spcBef>
              <a:spcAft>
                <a:spcPts val="0"/>
              </a:spcAft>
              <a:buSzPts val="13400"/>
              <a:buNone/>
              <a:defRPr sz="5317"/>
            </a:lvl6pPr>
            <a:lvl7pPr lvl="6">
              <a:spcBef>
                <a:spcPts val="0"/>
              </a:spcBef>
              <a:spcAft>
                <a:spcPts val="0"/>
              </a:spcAft>
              <a:buSzPts val="13400"/>
              <a:buNone/>
              <a:defRPr sz="5317"/>
            </a:lvl7pPr>
            <a:lvl8pPr lvl="7">
              <a:spcBef>
                <a:spcPts val="0"/>
              </a:spcBef>
              <a:spcAft>
                <a:spcPts val="0"/>
              </a:spcAft>
              <a:buSzPts val="13400"/>
              <a:buNone/>
              <a:defRPr sz="5317"/>
            </a:lvl8pPr>
            <a:lvl9pPr lvl="8">
              <a:spcBef>
                <a:spcPts val="0"/>
              </a:spcBef>
              <a:spcAft>
                <a:spcPts val="0"/>
              </a:spcAft>
              <a:buSzPts val="13400"/>
              <a:buNone/>
              <a:defRPr sz="5317"/>
            </a:lvl9pPr>
          </a:lstStyle>
          <a:p>
            <a:endParaRPr/>
          </a:p>
        </p:txBody>
      </p:sp>
    </p:spTree>
    <p:extLst>
      <p:ext uri="{BB962C8B-B14F-4D97-AF65-F5344CB8AC3E}">
        <p14:creationId xmlns:p14="http://schemas.microsoft.com/office/powerpoint/2010/main" val="247832806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91"/>
        <p:cNvGrpSpPr/>
        <p:nvPr/>
      </p:nvGrpSpPr>
      <p:grpSpPr>
        <a:xfrm>
          <a:off x="0" y="0"/>
          <a:ext cx="0" cy="0"/>
          <a:chOff x="0" y="0"/>
          <a:chExt cx="0" cy="0"/>
        </a:xfrm>
      </p:grpSpPr>
      <p:sp>
        <p:nvSpPr>
          <p:cNvPr id="92" name="Google Shape;92;p9"/>
          <p:cNvSpPr/>
          <p:nvPr/>
        </p:nvSpPr>
        <p:spPr>
          <a:xfrm>
            <a:off x="6096083" y="-167"/>
            <a:ext cx="6096116" cy="6858228"/>
          </a:xfrm>
          <a:prstGeom prst="rect">
            <a:avLst/>
          </a:prstGeom>
          <a:solidFill>
            <a:schemeClr val="lt2"/>
          </a:solidFill>
          <a:ln>
            <a:noFill/>
          </a:ln>
        </p:spPr>
        <p:txBody>
          <a:bodyPr spcFirstLastPara="1" wrap="square" lIns="101591" tIns="101591" rIns="101591" bIns="101591" anchor="ctr" anchorCtr="0">
            <a:noAutofit/>
          </a:bodyPr>
          <a:lstStyle/>
          <a:p>
            <a:pPr marL="0" lvl="0" indent="0" algn="l" rtl="0">
              <a:spcBef>
                <a:spcPts val="0"/>
              </a:spcBef>
              <a:spcAft>
                <a:spcPts val="0"/>
              </a:spcAft>
              <a:buNone/>
            </a:pPr>
            <a:endParaRPr sz="714"/>
          </a:p>
        </p:txBody>
      </p:sp>
      <p:sp>
        <p:nvSpPr>
          <p:cNvPr id="93" name="Google Shape;93;p9"/>
          <p:cNvSpPr txBox="1">
            <a:spLocks noGrp="1"/>
          </p:cNvSpPr>
          <p:nvPr>
            <p:ph type="title"/>
          </p:nvPr>
        </p:nvSpPr>
        <p:spPr>
          <a:xfrm>
            <a:off x="354005" y="1644293"/>
            <a:ext cx="5393725" cy="1976501"/>
          </a:xfrm>
          <a:prstGeom prst="rect">
            <a:avLst/>
          </a:prstGeom>
        </p:spPr>
        <p:txBody>
          <a:bodyPr spcFirstLastPara="1" wrap="square" lIns="256000" tIns="256000" rIns="256000" bIns="256000" anchor="b" anchorCtr="0">
            <a:noAutofit/>
          </a:bodyPr>
          <a:lstStyle>
            <a:lvl1pPr lvl="0" algn="ctr">
              <a:spcBef>
                <a:spcPts val="0"/>
              </a:spcBef>
              <a:spcAft>
                <a:spcPts val="0"/>
              </a:spcAft>
              <a:buSzPts val="11800"/>
              <a:buNone/>
              <a:defRPr sz="4682"/>
            </a:lvl1pPr>
            <a:lvl2pPr lvl="1" algn="ctr">
              <a:spcBef>
                <a:spcPts val="0"/>
              </a:spcBef>
              <a:spcAft>
                <a:spcPts val="0"/>
              </a:spcAft>
              <a:buSzPts val="11800"/>
              <a:buNone/>
              <a:defRPr sz="4682"/>
            </a:lvl2pPr>
            <a:lvl3pPr lvl="2" algn="ctr">
              <a:spcBef>
                <a:spcPts val="0"/>
              </a:spcBef>
              <a:spcAft>
                <a:spcPts val="0"/>
              </a:spcAft>
              <a:buSzPts val="11800"/>
              <a:buNone/>
              <a:defRPr sz="4682"/>
            </a:lvl3pPr>
            <a:lvl4pPr lvl="3" algn="ctr">
              <a:spcBef>
                <a:spcPts val="0"/>
              </a:spcBef>
              <a:spcAft>
                <a:spcPts val="0"/>
              </a:spcAft>
              <a:buSzPts val="11800"/>
              <a:buNone/>
              <a:defRPr sz="4682"/>
            </a:lvl4pPr>
            <a:lvl5pPr lvl="4" algn="ctr">
              <a:spcBef>
                <a:spcPts val="0"/>
              </a:spcBef>
              <a:spcAft>
                <a:spcPts val="0"/>
              </a:spcAft>
              <a:buSzPts val="11800"/>
              <a:buNone/>
              <a:defRPr sz="4682"/>
            </a:lvl5pPr>
            <a:lvl6pPr lvl="5" algn="ctr">
              <a:spcBef>
                <a:spcPts val="0"/>
              </a:spcBef>
              <a:spcAft>
                <a:spcPts val="0"/>
              </a:spcAft>
              <a:buSzPts val="11800"/>
              <a:buNone/>
              <a:defRPr sz="4682"/>
            </a:lvl6pPr>
            <a:lvl7pPr lvl="6" algn="ctr">
              <a:spcBef>
                <a:spcPts val="0"/>
              </a:spcBef>
              <a:spcAft>
                <a:spcPts val="0"/>
              </a:spcAft>
              <a:buSzPts val="11800"/>
              <a:buNone/>
              <a:defRPr sz="4682"/>
            </a:lvl7pPr>
            <a:lvl8pPr lvl="7" algn="ctr">
              <a:spcBef>
                <a:spcPts val="0"/>
              </a:spcBef>
              <a:spcAft>
                <a:spcPts val="0"/>
              </a:spcAft>
              <a:buSzPts val="11800"/>
              <a:buNone/>
              <a:defRPr sz="4682"/>
            </a:lvl8pPr>
            <a:lvl9pPr lvl="8" algn="ctr">
              <a:spcBef>
                <a:spcPts val="0"/>
              </a:spcBef>
              <a:spcAft>
                <a:spcPts val="0"/>
              </a:spcAft>
              <a:buSzPts val="11800"/>
              <a:buNone/>
              <a:defRPr sz="4682"/>
            </a:lvl9pPr>
          </a:lstStyle>
          <a:p>
            <a:endParaRPr/>
          </a:p>
        </p:txBody>
      </p:sp>
      <p:sp>
        <p:nvSpPr>
          <p:cNvPr id="94" name="Google Shape;94;p9"/>
          <p:cNvSpPr txBox="1">
            <a:spLocks noGrp="1"/>
          </p:cNvSpPr>
          <p:nvPr>
            <p:ph type="subTitle" idx="1"/>
          </p:nvPr>
        </p:nvSpPr>
        <p:spPr>
          <a:xfrm>
            <a:off x="354005" y="3737569"/>
            <a:ext cx="5393725" cy="1646846"/>
          </a:xfrm>
          <a:prstGeom prst="rect">
            <a:avLst/>
          </a:prstGeom>
        </p:spPr>
        <p:txBody>
          <a:bodyPr spcFirstLastPara="1" wrap="square" lIns="256000" tIns="256000" rIns="256000" bIns="256000" anchor="t" anchorCtr="0">
            <a:noAutofit/>
          </a:bodyPr>
          <a:lstStyle>
            <a:lvl1pPr lvl="0" algn="ctr">
              <a:lnSpc>
                <a:spcPct val="100000"/>
              </a:lnSpc>
              <a:spcBef>
                <a:spcPts val="0"/>
              </a:spcBef>
              <a:spcAft>
                <a:spcPts val="0"/>
              </a:spcAft>
              <a:buSzPts val="5900"/>
              <a:buNone/>
              <a:defRPr sz="2341"/>
            </a:lvl1pPr>
            <a:lvl2pPr lvl="1" algn="ctr">
              <a:lnSpc>
                <a:spcPct val="100000"/>
              </a:lnSpc>
              <a:spcBef>
                <a:spcPts val="0"/>
              </a:spcBef>
              <a:spcAft>
                <a:spcPts val="0"/>
              </a:spcAft>
              <a:buSzPts val="5900"/>
              <a:buNone/>
              <a:defRPr sz="2341"/>
            </a:lvl2pPr>
            <a:lvl3pPr lvl="2" algn="ctr">
              <a:lnSpc>
                <a:spcPct val="100000"/>
              </a:lnSpc>
              <a:spcBef>
                <a:spcPts val="0"/>
              </a:spcBef>
              <a:spcAft>
                <a:spcPts val="0"/>
              </a:spcAft>
              <a:buSzPts val="5900"/>
              <a:buNone/>
              <a:defRPr sz="2341"/>
            </a:lvl3pPr>
            <a:lvl4pPr lvl="3" algn="ctr">
              <a:lnSpc>
                <a:spcPct val="100000"/>
              </a:lnSpc>
              <a:spcBef>
                <a:spcPts val="0"/>
              </a:spcBef>
              <a:spcAft>
                <a:spcPts val="0"/>
              </a:spcAft>
              <a:buSzPts val="5900"/>
              <a:buNone/>
              <a:defRPr sz="2341"/>
            </a:lvl4pPr>
            <a:lvl5pPr lvl="4" algn="ctr">
              <a:lnSpc>
                <a:spcPct val="100000"/>
              </a:lnSpc>
              <a:spcBef>
                <a:spcPts val="0"/>
              </a:spcBef>
              <a:spcAft>
                <a:spcPts val="0"/>
              </a:spcAft>
              <a:buSzPts val="5900"/>
              <a:buNone/>
              <a:defRPr sz="2341"/>
            </a:lvl5pPr>
            <a:lvl6pPr lvl="5" algn="ctr">
              <a:lnSpc>
                <a:spcPct val="100000"/>
              </a:lnSpc>
              <a:spcBef>
                <a:spcPts val="0"/>
              </a:spcBef>
              <a:spcAft>
                <a:spcPts val="0"/>
              </a:spcAft>
              <a:buSzPts val="5900"/>
              <a:buNone/>
              <a:defRPr sz="2341"/>
            </a:lvl6pPr>
            <a:lvl7pPr lvl="6" algn="ctr">
              <a:lnSpc>
                <a:spcPct val="100000"/>
              </a:lnSpc>
              <a:spcBef>
                <a:spcPts val="0"/>
              </a:spcBef>
              <a:spcAft>
                <a:spcPts val="0"/>
              </a:spcAft>
              <a:buSzPts val="5900"/>
              <a:buNone/>
              <a:defRPr sz="2341"/>
            </a:lvl7pPr>
            <a:lvl8pPr lvl="7" algn="ctr">
              <a:lnSpc>
                <a:spcPct val="100000"/>
              </a:lnSpc>
              <a:spcBef>
                <a:spcPts val="0"/>
              </a:spcBef>
              <a:spcAft>
                <a:spcPts val="0"/>
              </a:spcAft>
              <a:buSzPts val="5900"/>
              <a:buNone/>
              <a:defRPr sz="2341"/>
            </a:lvl8pPr>
            <a:lvl9pPr lvl="8" algn="ctr">
              <a:lnSpc>
                <a:spcPct val="100000"/>
              </a:lnSpc>
              <a:spcBef>
                <a:spcPts val="0"/>
              </a:spcBef>
              <a:spcAft>
                <a:spcPts val="0"/>
              </a:spcAft>
              <a:buSzPts val="5900"/>
              <a:buNone/>
              <a:defRPr sz="2341"/>
            </a:lvl9pPr>
          </a:lstStyle>
          <a:p>
            <a:endParaRPr/>
          </a:p>
        </p:txBody>
      </p:sp>
      <p:sp>
        <p:nvSpPr>
          <p:cNvPr id="95" name="Google Shape;95;p9"/>
          <p:cNvSpPr txBox="1">
            <a:spLocks noGrp="1"/>
          </p:cNvSpPr>
          <p:nvPr>
            <p:ph type="body" idx="2"/>
          </p:nvPr>
        </p:nvSpPr>
        <p:spPr>
          <a:xfrm>
            <a:off x="6586089" y="965468"/>
            <a:ext cx="5116102" cy="4926967"/>
          </a:xfrm>
          <a:prstGeom prst="rect">
            <a:avLst/>
          </a:prstGeom>
        </p:spPr>
        <p:txBody>
          <a:bodyPr spcFirstLastPara="1" wrap="square" lIns="256000" tIns="256000" rIns="256000" bIns="256000" anchor="ctr" anchorCtr="0">
            <a:noAutofit/>
          </a:bodyPr>
          <a:lstStyle>
            <a:lvl1pPr marL="181417" lvl="0" indent="-168819">
              <a:spcBef>
                <a:spcPts val="0"/>
              </a:spcBef>
              <a:spcAft>
                <a:spcPts val="0"/>
              </a:spcAft>
              <a:buSzPts val="3100"/>
              <a:buChar char="●"/>
              <a:defRPr/>
            </a:lvl1pPr>
            <a:lvl2pPr marL="362834" lvl="1" indent="-168819">
              <a:spcBef>
                <a:spcPts val="0"/>
              </a:spcBef>
              <a:spcAft>
                <a:spcPts val="0"/>
              </a:spcAft>
              <a:buSzPts val="3100"/>
              <a:buChar char="○"/>
              <a:defRPr/>
            </a:lvl2pPr>
            <a:lvl3pPr marL="544251" lvl="2" indent="-168819">
              <a:spcBef>
                <a:spcPts val="0"/>
              </a:spcBef>
              <a:spcAft>
                <a:spcPts val="0"/>
              </a:spcAft>
              <a:buSzPts val="3100"/>
              <a:buChar char="■"/>
              <a:defRPr/>
            </a:lvl3pPr>
            <a:lvl4pPr marL="725668" lvl="3" indent="-168819">
              <a:spcBef>
                <a:spcPts val="0"/>
              </a:spcBef>
              <a:spcAft>
                <a:spcPts val="0"/>
              </a:spcAft>
              <a:buSzPts val="3100"/>
              <a:buChar char="●"/>
              <a:defRPr/>
            </a:lvl4pPr>
            <a:lvl5pPr marL="907085" lvl="4" indent="-168819">
              <a:spcBef>
                <a:spcPts val="0"/>
              </a:spcBef>
              <a:spcAft>
                <a:spcPts val="0"/>
              </a:spcAft>
              <a:buSzPts val="3100"/>
              <a:buChar char="○"/>
              <a:defRPr/>
            </a:lvl5pPr>
            <a:lvl6pPr marL="1088502" lvl="5" indent="-168819">
              <a:spcBef>
                <a:spcPts val="0"/>
              </a:spcBef>
              <a:spcAft>
                <a:spcPts val="0"/>
              </a:spcAft>
              <a:buSzPts val="3100"/>
              <a:buChar char="■"/>
              <a:defRPr/>
            </a:lvl6pPr>
            <a:lvl7pPr marL="1269919" lvl="6" indent="-168819">
              <a:spcBef>
                <a:spcPts val="0"/>
              </a:spcBef>
              <a:spcAft>
                <a:spcPts val="0"/>
              </a:spcAft>
              <a:buSzPts val="3100"/>
              <a:buChar char="●"/>
              <a:defRPr/>
            </a:lvl7pPr>
            <a:lvl8pPr marL="1451336" lvl="7" indent="-168819">
              <a:spcBef>
                <a:spcPts val="0"/>
              </a:spcBef>
              <a:spcAft>
                <a:spcPts val="0"/>
              </a:spcAft>
              <a:buSzPts val="3100"/>
              <a:buChar char="○"/>
              <a:defRPr/>
            </a:lvl8pPr>
            <a:lvl9pPr marL="1632753" lvl="8" indent="-168819">
              <a:spcBef>
                <a:spcPts val="0"/>
              </a:spcBef>
              <a:spcAft>
                <a:spcPts val="0"/>
              </a:spcAft>
              <a:buSzPts val="3100"/>
              <a:buChar char="■"/>
              <a:defRPr/>
            </a:lvl9pPr>
          </a:lstStyle>
          <a:p>
            <a:endParaRPr/>
          </a:p>
        </p:txBody>
      </p:sp>
    </p:spTree>
    <p:extLst>
      <p:ext uri="{BB962C8B-B14F-4D97-AF65-F5344CB8AC3E}">
        <p14:creationId xmlns:p14="http://schemas.microsoft.com/office/powerpoint/2010/main" val="23552770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6"/>
        <p:cNvGrpSpPr/>
        <p:nvPr/>
      </p:nvGrpSpPr>
      <p:grpSpPr>
        <a:xfrm>
          <a:off x="0" y="0"/>
          <a:ext cx="0" cy="0"/>
          <a:chOff x="0" y="0"/>
          <a:chExt cx="0" cy="0"/>
        </a:xfrm>
      </p:grpSpPr>
      <p:sp>
        <p:nvSpPr>
          <p:cNvPr id="97" name="Google Shape;97;p10"/>
          <p:cNvSpPr txBox="1">
            <a:spLocks noGrp="1"/>
          </p:cNvSpPr>
          <p:nvPr>
            <p:ph type="body" idx="1"/>
          </p:nvPr>
        </p:nvSpPr>
        <p:spPr>
          <a:xfrm>
            <a:off x="415606" y="5640971"/>
            <a:ext cx="7998523" cy="806815"/>
          </a:xfrm>
          <a:prstGeom prst="rect">
            <a:avLst/>
          </a:prstGeom>
        </p:spPr>
        <p:txBody>
          <a:bodyPr spcFirstLastPara="1" wrap="square" lIns="256000" tIns="256000" rIns="256000" bIns="256000" anchor="ctr" anchorCtr="0">
            <a:noAutofit/>
          </a:bodyPr>
          <a:lstStyle>
            <a:lvl1pPr marL="181417" lvl="0" indent="-90708">
              <a:lnSpc>
                <a:spcPct val="100000"/>
              </a:lnSpc>
              <a:spcBef>
                <a:spcPts val="0"/>
              </a:spcBef>
              <a:spcAft>
                <a:spcPts val="0"/>
              </a:spcAft>
              <a:buSzPts val="3100"/>
              <a:buNone/>
              <a:defRPr/>
            </a:lvl1pPr>
          </a:lstStyle>
          <a:p>
            <a:endParaRPr/>
          </a:p>
        </p:txBody>
      </p:sp>
    </p:spTree>
    <p:extLst>
      <p:ext uri="{BB962C8B-B14F-4D97-AF65-F5344CB8AC3E}">
        <p14:creationId xmlns:p14="http://schemas.microsoft.com/office/powerpoint/2010/main" val="406024131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98"/>
        <p:cNvGrpSpPr/>
        <p:nvPr/>
      </p:nvGrpSpPr>
      <p:grpSpPr>
        <a:xfrm>
          <a:off x="0" y="0"/>
          <a:ext cx="0" cy="0"/>
          <a:chOff x="0" y="0"/>
          <a:chExt cx="0" cy="0"/>
        </a:xfrm>
      </p:grpSpPr>
      <p:sp>
        <p:nvSpPr>
          <p:cNvPr id="99" name="Google Shape;99;p11"/>
          <p:cNvSpPr txBox="1">
            <a:spLocks noGrp="1"/>
          </p:cNvSpPr>
          <p:nvPr>
            <p:ph type="title" hasCustomPrompt="1"/>
          </p:nvPr>
        </p:nvSpPr>
        <p:spPr>
          <a:xfrm>
            <a:off x="415606" y="1474887"/>
            <a:ext cx="11360950" cy="2618072"/>
          </a:xfrm>
          <a:prstGeom prst="rect">
            <a:avLst/>
          </a:prstGeom>
        </p:spPr>
        <p:txBody>
          <a:bodyPr spcFirstLastPara="1" wrap="square" lIns="256000" tIns="256000" rIns="256000" bIns="256000" anchor="b" anchorCtr="0">
            <a:noAutofit/>
          </a:bodyPr>
          <a:lstStyle>
            <a:lvl1pPr lvl="0" algn="ctr">
              <a:spcBef>
                <a:spcPts val="0"/>
              </a:spcBef>
              <a:spcAft>
                <a:spcPts val="0"/>
              </a:spcAft>
              <a:buSzPts val="33600"/>
              <a:buNone/>
              <a:defRPr sz="13332"/>
            </a:lvl1pPr>
            <a:lvl2pPr lvl="1" algn="ctr">
              <a:spcBef>
                <a:spcPts val="0"/>
              </a:spcBef>
              <a:spcAft>
                <a:spcPts val="0"/>
              </a:spcAft>
              <a:buSzPts val="33600"/>
              <a:buNone/>
              <a:defRPr sz="13332"/>
            </a:lvl2pPr>
            <a:lvl3pPr lvl="2" algn="ctr">
              <a:spcBef>
                <a:spcPts val="0"/>
              </a:spcBef>
              <a:spcAft>
                <a:spcPts val="0"/>
              </a:spcAft>
              <a:buSzPts val="33600"/>
              <a:buNone/>
              <a:defRPr sz="13332"/>
            </a:lvl3pPr>
            <a:lvl4pPr lvl="3" algn="ctr">
              <a:spcBef>
                <a:spcPts val="0"/>
              </a:spcBef>
              <a:spcAft>
                <a:spcPts val="0"/>
              </a:spcAft>
              <a:buSzPts val="33600"/>
              <a:buNone/>
              <a:defRPr sz="13332"/>
            </a:lvl4pPr>
            <a:lvl5pPr lvl="4" algn="ctr">
              <a:spcBef>
                <a:spcPts val="0"/>
              </a:spcBef>
              <a:spcAft>
                <a:spcPts val="0"/>
              </a:spcAft>
              <a:buSzPts val="33600"/>
              <a:buNone/>
              <a:defRPr sz="13332"/>
            </a:lvl5pPr>
            <a:lvl6pPr lvl="5" algn="ctr">
              <a:spcBef>
                <a:spcPts val="0"/>
              </a:spcBef>
              <a:spcAft>
                <a:spcPts val="0"/>
              </a:spcAft>
              <a:buSzPts val="33600"/>
              <a:buNone/>
              <a:defRPr sz="13332"/>
            </a:lvl6pPr>
            <a:lvl7pPr lvl="6" algn="ctr">
              <a:spcBef>
                <a:spcPts val="0"/>
              </a:spcBef>
              <a:spcAft>
                <a:spcPts val="0"/>
              </a:spcAft>
              <a:buSzPts val="33600"/>
              <a:buNone/>
              <a:defRPr sz="13332"/>
            </a:lvl7pPr>
            <a:lvl8pPr lvl="7" algn="ctr">
              <a:spcBef>
                <a:spcPts val="0"/>
              </a:spcBef>
              <a:spcAft>
                <a:spcPts val="0"/>
              </a:spcAft>
              <a:buSzPts val="33600"/>
              <a:buNone/>
              <a:defRPr sz="13332"/>
            </a:lvl8pPr>
            <a:lvl9pPr lvl="8" algn="ctr">
              <a:spcBef>
                <a:spcPts val="0"/>
              </a:spcBef>
              <a:spcAft>
                <a:spcPts val="0"/>
              </a:spcAft>
              <a:buSzPts val="33600"/>
              <a:buNone/>
              <a:defRPr sz="13332"/>
            </a:lvl9pPr>
          </a:lstStyle>
          <a:p>
            <a:r>
              <a:t>xx%</a:t>
            </a:r>
          </a:p>
        </p:txBody>
      </p:sp>
      <p:sp>
        <p:nvSpPr>
          <p:cNvPr id="100" name="Google Shape;100;p11"/>
          <p:cNvSpPr txBox="1">
            <a:spLocks noGrp="1"/>
          </p:cNvSpPr>
          <p:nvPr>
            <p:ph type="body" idx="1"/>
          </p:nvPr>
        </p:nvSpPr>
        <p:spPr>
          <a:xfrm>
            <a:off x="415606" y="4203119"/>
            <a:ext cx="11360950" cy="1734468"/>
          </a:xfrm>
          <a:prstGeom prst="rect">
            <a:avLst/>
          </a:prstGeom>
        </p:spPr>
        <p:txBody>
          <a:bodyPr spcFirstLastPara="1" wrap="square" lIns="256000" tIns="256000" rIns="256000" bIns="256000" anchor="t" anchorCtr="0">
            <a:noAutofit/>
          </a:bodyPr>
          <a:lstStyle>
            <a:lvl1pPr marL="181417" lvl="0" indent="-168819" algn="ctr">
              <a:spcBef>
                <a:spcPts val="0"/>
              </a:spcBef>
              <a:spcAft>
                <a:spcPts val="0"/>
              </a:spcAft>
              <a:buSzPts val="3100"/>
              <a:buChar char="●"/>
              <a:defRPr/>
            </a:lvl1pPr>
            <a:lvl2pPr marL="362834" lvl="1" indent="-168819" algn="ctr">
              <a:spcBef>
                <a:spcPts val="0"/>
              </a:spcBef>
              <a:spcAft>
                <a:spcPts val="0"/>
              </a:spcAft>
              <a:buSzPts val="3100"/>
              <a:buChar char="○"/>
              <a:defRPr/>
            </a:lvl2pPr>
            <a:lvl3pPr marL="544251" lvl="2" indent="-168819" algn="ctr">
              <a:spcBef>
                <a:spcPts val="0"/>
              </a:spcBef>
              <a:spcAft>
                <a:spcPts val="0"/>
              </a:spcAft>
              <a:buSzPts val="3100"/>
              <a:buChar char="■"/>
              <a:defRPr/>
            </a:lvl3pPr>
            <a:lvl4pPr marL="725668" lvl="3" indent="-168819" algn="ctr">
              <a:spcBef>
                <a:spcPts val="0"/>
              </a:spcBef>
              <a:spcAft>
                <a:spcPts val="0"/>
              </a:spcAft>
              <a:buSzPts val="3100"/>
              <a:buChar char="●"/>
              <a:defRPr/>
            </a:lvl4pPr>
            <a:lvl5pPr marL="907085" lvl="4" indent="-168819" algn="ctr">
              <a:spcBef>
                <a:spcPts val="0"/>
              </a:spcBef>
              <a:spcAft>
                <a:spcPts val="0"/>
              </a:spcAft>
              <a:buSzPts val="3100"/>
              <a:buChar char="○"/>
              <a:defRPr/>
            </a:lvl5pPr>
            <a:lvl6pPr marL="1088502" lvl="5" indent="-168819" algn="ctr">
              <a:spcBef>
                <a:spcPts val="0"/>
              </a:spcBef>
              <a:spcAft>
                <a:spcPts val="0"/>
              </a:spcAft>
              <a:buSzPts val="3100"/>
              <a:buChar char="■"/>
              <a:defRPr/>
            </a:lvl6pPr>
            <a:lvl7pPr marL="1269919" lvl="6" indent="-168819" algn="ctr">
              <a:spcBef>
                <a:spcPts val="0"/>
              </a:spcBef>
              <a:spcAft>
                <a:spcPts val="0"/>
              </a:spcAft>
              <a:buSzPts val="3100"/>
              <a:buChar char="●"/>
              <a:defRPr/>
            </a:lvl7pPr>
            <a:lvl8pPr marL="1451336" lvl="7" indent="-168819" algn="ctr">
              <a:spcBef>
                <a:spcPts val="0"/>
              </a:spcBef>
              <a:spcAft>
                <a:spcPts val="0"/>
              </a:spcAft>
              <a:buSzPts val="3100"/>
              <a:buChar char="○"/>
              <a:defRPr/>
            </a:lvl8pPr>
            <a:lvl9pPr marL="1632753" lvl="8" indent="-168819" algn="ctr">
              <a:spcBef>
                <a:spcPts val="0"/>
              </a:spcBef>
              <a:spcAft>
                <a:spcPts val="0"/>
              </a:spcAft>
              <a:buSzPts val="3100"/>
              <a:buChar char="■"/>
              <a:defRPr/>
            </a:lvl9pPr>
          </a:lstStyle>
          <a:p>
            <a:endParaRPr/>
          </a:p>
        </p:txBody>
      </p:sp>
    </p:spTree>
    <p:extLst>
      <p:ext uri="{BB962C8B-B14F-4D97-AF65-F5344CB8AC3E}">
        <p14:creationId xmlns:p14="http://schemas.microsoft.com/office/powerpoint/2010/main" val="347105139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418066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02"/>
        <p:cNvGrpSpPr/>
        <p:nvPr/>
      </p:nvGrpSpPr>
      <p:grpSpPr>
        <a:xfrm>
          <a:off x="0" y="0"/>
          <a:ext cx="0" cy="0"/>
          <a:chOff x="0" y="0"/>
          <a:chExt cx="0" cy="0"/>
        </a:xfrm>
      </p:grpSpPr>
      <p:sp>
        <p:nvSpPr>
          <p:cNvPr id="103" name="Google Shape;103;p13"/>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04" name="Google Shape;104;p13"/>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05" name="Google Shape;105;p13"/>
          <p:cNvGrpSpPr/>
          <p:nvPr/>
        </p:nvGrpSpPr>
        <p:grpSpPr>
          <a:xfrm>
            <a:off x="-112065" y="192348"/>
            <a:ext cx="12416361" cy="6491851"/>
            <a:chOff x="-211800" y="484698"/>
            <a:chExt cx="23466600" cy="16358864"/>
          </a:xfrm>
        </p:grpSpPr>
        <p:cxnSp>
          <p:nvCxnSpPr>
            <p:cNvPr id="106" name="Google Shape;106;p13"/>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07" name="Google Shape;107;p13"/>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08" name="Google Shape;108;p13"/>
          <p:cNvPicPr preferRelativeResize="0"/>
          <p:nvPr/>
        </p:nvPicPr>
        <p:blipFill>
          <a:blip r:embed="rId2">
            <a:alphaModFix/>
          </a:blip>
          <a:stretch>
            <a:fillRect/>
          </a:stretch>
        </p:blipFill>
        <p:spPr>
          <a:xfrm rot="-3699173">
            <a:off x="-2356759" y="2139648"/>
            <a:ext cx="3367891" cy="493896"/>
          </a:xfrm>
          <a:prstGeom prst="rect">
            <a:avLst/>
          </a:prstGeom>
          <a:noFill/>
          <a:ln>
            <a:noFill/>
          </a:ln>
        </p:spPr>
      </p:pic>
      <p:grpSp>
        <p:nvGrpSpPr>
          <p:cNvPr id="109" name="Google Shape;109;p13"/>
          <p:cNvGrpSpPr/>
          <p:nvPr/>
        </p:nvGrpSpPr>
        <p:grpSpPr>
          <a:xfrm>
            <a:off x="11697916" y="562747"/>
            <a:ext cx="1384204" cy="882871"/>
            <a:chOff x="3089625" y="1360075"/>
            <a:chExt cx="1869050" cy="1589450"/>
          </a:xfrm>
        </p:grpSpPr>
        <p:sp>
          <p:nvSpPr>
            <p:cNvPr id="110" name="Google Shape;110;p13"/>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1" name="Google Shape;111;p13"/>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2" name="Google Shape;112;p13"/>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13" name="Google Shape;113;p13"/>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spTree>
    <p:extLst>
      <p:ext uri="{BB962C8B-B14F-4D97-AF65-F5344CB8AC3E}">
        <p14:creationId xmlns:p14="http://schemas.microsoft.com/office/powerpoint/2010/main" val="427678142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14"/>
        <p:cNvGrpSpPr/>
        <p:nvPr/>
      </p:nvGrpSpPr>
      <p:grpSpPr>
        <a:xfrm>
          <a:off x="0" y="0"/>
          <a:ext cx="0" cy="0"/>
          <a:chOff x="0" y="0"/>
          <a:chExt cx="0" cy="0"/>
        </a:xfrm>
      </p:grpSpPr>
      <p:sp>
        <p:nvSpPr>
          <p:cNvPr id="115" name="Google Shape;115;p14"/>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16" name="Google Shape;116;p14"/>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17" name="Google Shape;117;p14"/>
          <p:cNvGrpSpPr/>
          <p:nvPr/>
        </p:nvGrpSpPr>
        <p:grpSpPr>
          <a:xfrm>
            <a:off x="-112065" y="192348"/>
            <a:ext cx="12416361" cy="6491851"/>
            <a:chOff x="-211800" y="484698"/>
            <a:chExt cx="23466600" cy="16358864"/>
          </a:xfrm>
        </p:grpSpPr>
        <p:cxnSp>
          <p:nvCxnSpPr>
            <p:cNvPr id="118" name="Google Shape;118;p14"/>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19" name="Google Shape;119;p14"/>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0" name="Google Shape;120;p14"/>
          <p:cNvPicPr preferRelativeResize="0"/>
          <p:nvPr/>
        </p:nvPicPr>
        <p:blipFill>
          <a:blip r:embed="rId2">
            <a:alphaModFix/>
          </a:blip>
          <a:stretch>
            <a:fillRect/>
          </a:stretch>
        </p:blipFill>
        <p:spPr>
          <a:xfrm rot="5400000">
            <a:off x="8772071" y="-2212715"/>
            <a:ext cx="1784113" cy="3018811"/>
          </a:xfrm>
          <a:prstGeom prst="rect">
            <a:avLst/>
          </a:prstGeom>
          <a:noFill/>
          <a:ln>
            <a:noFill/>
          </a:ln>
        </p:spPr>
      </p:pic>
      <p:pic>
        <p:nvPicPr>
          <p:cNvPr id="121" name="Google Shape;121;p14"/>
          <p:cNvPicPr preferRelativeResize="0"/>
          <p:nvPr/>
        </p:nvPicPr>
        <p:blipFill>
          <a:blip r:embed="rId3">
            <a:alphaModFix/>
          </a:blip>
          <a:stretch>
            <a:fillRect/>
          </a:stretch>
        </p:blipFill>
        <p:spPr>
          <a:xfrm>
            <a:off x="2540929" y="-582591"/>
            <a:ext cx="1036562" cy="777439"/>
          </a:xfrm>
          <a:prstGeom prst="rect">
            <a:avLst/>
          </a:prstGeom>
          <a:noFill/>
          <a:ln>
            <a:noFill/>
          </a:ln>
        </p:spPr>
      </p:pic>
    </p:spTree>
    <p:extLst>
      <p:ext uri="{BB962C8B-B14F-4D97-AF65-F5344CB8AC3E}">
        <p14:creationId xmlns:p14="http://schemas.microsoft.com/office/powerpoint/2010/main" val="2165393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22"/>
        <p:cNvGrpSpPr/>
        <p:nvPr/>
      </p:nvGrpSpPr>
      <p:grpSpPr>
        <a:xfrm>
          <a:off x="0" y="0"/>
          <a:ext cx="0" cy="0"/>
          <a:chOff x="0" y="0"/>
          <a:chExt cx="0" cy="0"/>
        </a:xfrm>
      </p:grpSpPr>
      <p:sp>
        <p:nvSpPr>
          <p:cNvPr id="123" name="Google Shape;123;p15"/>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24" name="Google Shape;124;p15"/>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25" name="Google Shape;125;p15"/>
          <p:cNvGrpSpPr/>
          <p:nvPr/>
        </p:nvGrpSpPr>
        <p:grpSpPr>
          <a:xfrm>
            <a:off x="-112065" y="192348"/>
            <a:ext cx="12416361" cy="6491851"/>
            <a:chOff x="-211800" y="484698"/>
            <a:chExt cx="23466600" cy="16358864"/>
          </a:xfrm>
        </p:grpSpPr>
        <p:cxnSp>
          <p:nvCxnSpPr>
            <p:cNvPr id="126" name="Google Shape;126;p15"/>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27" name="Google Shape;127;p15"/>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28" name="Google Shape;128;p15"/>
          <p:cNvPicPr preferRelativeResize="0"/>
          <p:nvPr/>
        </p:nvPicPr>
        <p:blipFill>
          <a:blip r:embed="rId2">
            <a:alphaModFix/>
          </a:blip>
          <a:stretch>
            <a:fillRect/>
          </a:stretch>
        </p:blipFill>
        <p:spPr>
          <a:xfrm>
            <a:off x="-2035253" y="1407716"/>
            <a:ext cx="2378763" cy="2264161"/>
          </a:xfrm>
          <a:prstGeom prst="rect">
            <a:avLst/>
          </a:prstGeom>
          <a:noFill/>
          <a:ln>
            <a:noFill/>
          </a:ln>
        </p:spPr>
      </p:pic>
      <p:pic>
        <p:nvPicPr>
          <p:cNvPr id="129" name="Google Shape;129;p15"/>
          <p:cNvPicPr preferRelativeResize="0"/>
          <p:nvPr/>
        </p:nvPicPr>
        <p:blipFill>
          <a:blip r:embed="rId3">
            <a:alphaModFix/>
          </a:blip>
          <a:stretch>
            <a:fillRect/>
          </a:stretch>
        </p:blipFill>
        <p:spPr>
          <a:xfrm>
            <a:off x="1324913" y="-523650"/>
            <a:ext cx="1036562" cy="777439"/>
          </a:xfrm>
          <a:prstGeom prst="rect">
            <a:avLst/>
          </a:prstGeom>
          <a:noFill/>
          <a:ln>
            <a:noFill/>
          </a:ln>
        </p:spPr>
      </p:pic>
      <p:grpSp>
        <p:nvGrpSpPr>
          <p:cNvPr id="130" name="Google Shape;130;p15"/>
          <p:cNvGrpSpPr/>
          <p:nvPr/>
        </p:nvGrpSpPr>
        <p:grpSpPr>
          <a:xfrm>
            <a:off x="-523731" y="5596005"/>
            <a:ext cx="1036551" cy="963398"/>
            <a:chOff x="5953600" y="2687775"/>
            <a:chExt cx="1399625" cy="1734425"/>
          </a:xfrm>
        </p:grpSpPr>
        <p:sp>
          <p:nvSpPr>
            <p:cNvPr id="131" name="Google Shape;131;p15"/>
            <p:cNvSpPr/>
            <p:nvPr/>
          </p:nvSpPr>
          <p:spPr>
            <a:xfrm>
              <a:off x="5953600" y="3632450"/>
              <a:ext cx="1038625" cy="789750"/>
            </a:xfrm>
            <a:custGeom>
              <a:avLst/>
              <a:gdLst/>
              <a:ahLst/>
              <a:cxnLst/>
              <a:rect l="l" t="t" r="r" b="b"/>
              <a:pathLst>
                <a:path w="41545" h="31590" extrusionOk="0">
                  <a:moveTo>
                    <a:pt x="10270" y="1"/>
                  </a:moveTo>
                  <a:lnTo>
                    <a:pt x="1" y="2959"/>
                  </a:lnTo>
                  <a:lnTo>
                    <a:pt x="31258" y="31590"/>
                  </a:lnTo>
                  <a:lnTo>
                    <a:pt x="41544" y="28632"/>
                  </a:lnTo>
                  <a:lnTo>
                    <a:pt x="10270" y="1"/>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2" name="Google Shape;132;p15"/>
            <p:cNvSpPr/>
            <p:nvPr/>
          </p:nvSpPr>
          <p:spPr>
            <a:xfrm>
              <a:off x="5953600" y="2687775"/>
              <a:ext cx="632725" cy="1018650"/>
            </a:xfrm>
            <a:custGeom>
              <a:avLst/>
              <a:gdLst/>
              <a:ahLst/>
              <a:cxnLst/>
              <a:rect l="l" t="t" r="r" b="b"/>
              <a:pathLst>
                <a:path w="25309" h="40746" extrusionOk="0">
                  <a:moveTo>
                    <a:pt x="25309" y="0"/>
                  </a:moveTo>
                  <a:lnTo>
                    <a:pt x="15023" y="2958"/>
                  </a:lnTo>
                  <a:lnTo>
                    <a:pt x="1" y="40746"/>
                  </a:lnTo>
                  <a:lnTo>
                    <a:pt x="10270" y="37788"/>
                  </a:lnTo>
                  <a:lnTo>
                    <a:pt x="25309"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3" name="Google Shape;133;p15"/>
            <p:cNvSpPr/>
            <p:nvPr/>
          </p:nvSpPr>
          <p:spPr>
            <a:xfrm>
              <a:off x="6328325" y="2687775"/>
              <a:ext cx="1024900" cy="792650"/>
            </a:xfrm>
            <a:custGeom>
              <a:avLst/>
              <a:gdLst/>
              <a:ahLst/>
              <a:cxnLst/>
              <a:rect l="l" t="t" r="r" b="b"/>
              <a:pathLst>
                <a:path w="40996" h="31706" extrusionOk="0">
                  <a:moveTo>
                    <a:pt x="10386" y="0"/>
                  </a:moveTo>
                  <a:lnTo>
                    <a:pt x="1" y="2908"/>
                  </a:lnTo>
                  <a:lnTo>
                    <a:pt x="30709" y="31706"/>
                  </a:lnTo>
                  <a:lnTo>
                    <a:pt x="40995" y="28748"/>
                  </a:lnTo>
                  <a:lnTo>
                    <a:pt x="10386"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4" name="Google Shape;134;p15"/>
            <p:cNvSpPr/>
            <p:nvPr/>
          </p:nvSpPr>
          <p:spPr>
            <a:xfrm>
              <a:off x="6733375" y="3406475"/>
              <a:ext cx="619850" cy="1015725"/>
            </a:xfrm>
            <a:custGeom>
              <a:avLst/>
              <a:gdLst/>
              <a:ahLst/>
              <a:cxnLst/>
              <a:rect l="l" t="t" r="r" b="b"/>
              <a:pathLst>
                <a:path w="24794" h="40629" extrusionOk="0">
                  <a:moveTo>
                    <a:pt x="24793" y="0"/>
                  </a:moveTo>
                  <a:lnTo>
                    <a:pt x="14507" y="2958"/>
                  </a:lnTo>
                  <a:lnTo>
                    <a:pt x="1" y="40629"/>
                  </a:lnTo>
                  <a:lnTo>
                    <a:pt x="10386" y="37721"/>
                  </a:lnTo>
                  <a:lnTo>
                    <a:pt x="24793"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grpSp>
        <p:nvGrpSpPr>
          <p:cNvPr id="135" name="Google Shape;135;p15"/>
          <p:cNvGrpSpPr/>
          <p:nvPr/>
        </p:nvGrpSpPr>
        <p:grpSpPr>
          <a:xfrm>
            <a:off x="5468769" y="6472765"/>
            <a:ext cx="1384204" cy="882871"/>
            <a:chOff x="3089625" y="1360075"/>
            <a:chExt cx="1869050" cy="1589450"/>
          </a:xfrm>
        </p:grpSpPr>
        <p:sp>
          <p:nvSpPr>
            <p:cNvPr id="136" name="Google Shape;136;p15"/>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7" name="Google Shape;137;p15"/>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8" name="Google Shape;138;p15"/>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39" name="Google Shape;139;p15"/>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40" name="Google Shape;140;p15"/>
          <p:cNvPicPr preferRelativeResize="0"/>
          <p:nvPr/>
        </p:nvPicPr>
        <p:blipFill>
          <a:blip r:embed="rId4">
            <a:alphaModFix/>
          </a:blip>
          <a:stretch>
            <a:fillRect/>
          </a:stretch>
        </p:blipFill>
        <p:spPr>
          <a:xfrm rot="-4131429">
            <a:off x="10515138" y="4973904"/>
            <a:ext cx="3367892" cy="493896"/>
          </a:xfrm>
          <a:prstGeom prst="rect">
            <a:avLst/>
          </a:prstGeom>
          <a:noFill/>
          <a:ln>
            <a:noFill/>
          </a:ln>
        </p:spPr>
      </p:pic>
    </p:spTree>
    <p:extLst>
      <p:ext uri="{BB962C8B-B14F-4D97-AF65-F5344CB8AC3E}">
        <p14:creationId xmlns:p14="http://schemas.microsoft.com/office/powerpoint/2010/main" val="18693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ustom Layout 1 1 1 1">
  <p:cSld name="Custom Layout 1 1 1 1">
    <p:spTree>
      <p:nvGrpSpPr>
        <p:cNvPr id="1" name="Shape 141"/>
        <p:cNvGrpSpPr/>
        <p:nvPr/>
      </p:nvGrpSpPr>
      <p:grpSpPr>
        <a:xfrm>
          <a:off x="0" y="0"/>
          <a:ext cx="0" cy="0"/>
          <a:chOff x="0" y="0"/>
          <a:chExt cx="0" cy="0"/>
        </a:xfrm>
      </p:grpSpPr>
      <p:sp>
        <p:nvSpPr>
          <p:cNvPr id="142" name="Google Shape;142;p16"/>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3" name="Google Shape;143;p16"/>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44" name="Google Shape;144;p16"/>
          <p:cNvGrpSpPr/>
          <p:nvPr/>
        </p:nvGrpSpPr>
        <p:grpSpPr>
          <a:xfrm>
            <a:off x="-112065" y="192348"/>
            <a:ext cx="12416361" cy="6491851"/>
            <a:chOff x="-211800" y="484698"/>
            <a:chExt cx="23466600" cy="16358864"/>
          </a:xfrm>
        </p:grpSpPr>
        <p:cxnSp>
          <p:nvCxnSpPr>
            <p:cNvPr id="145" name="Google Shape;145;p16"/>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46" name="Google Shape;146;p16"/>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3649247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1 1 1 1">
  <p:cSld name="Custom Layout 1 1 1 1 1">
    <p:spTree>
      <p:nvGrpSpPr>
        <p:cNvPr id="1" name="Shape 147"/>
        <p:cNvGrpSpPr/>
        <p:nvPr/>
      </p:nvGrpSpPr>
      <p:grpSpPr>
        <a:xfrm>
          <a:off x="0" y="0"/>
          <a:ext cx="0" cy="0"/>
          <a:chOff x="0" y="0"/>
          <a:chExt cx="0" cy="0"/>
        </a:xfrm>
      </p:grpSpPr>
      <p:sp>
        <p:nvSpPr>
          <p:cNvPr id="148" name="Google Shape;148;p17"/>
          <p:cNvSpPr txBox="1">
            <a:spLocks noGrp="1"/>
          </p:cNvSpPr>
          <p:nvPr>
            <p:ph type="title"/>
          </p:nvPr>
        </p:nvSpPr>
        <p:spPr>
          <a:xfrm>
            <a:off x="415606" y="170549"/>
            <a:ext cx="11360950" cy="763599"/>
          </a:xfrm>
          <a:prstGeom prst="rect">
            <a:avLst/>
          </a:prstGeom>
        </p:spPr>
        <p:txBody>
          <a:bodyPr spcFirstLastPara="1" wrap="square" lIns="256000" tIns="256000" rIns="256000" bIns="256000" anchor="t" anchorCtr="0">
            <a:noAutofit/>
          </a:bodyPr>
          <a:lstStyle>
            <a:lvl1pPr lvl="0" algn="ctr" rtl="0">
              <a:spcBef>
                <a:spcPts val="0"/>
              </a:spcBef>
              <a:spcAft>
                <a:spcPts val="0"/>
              </a:spcAft>
              <a:buSzPts val="7800"/>
              <a:buNone/>
              <a:defRPr b="1"/>
            </a:lvl1pPr>
            <a:lvl2pPr lvl="1" rtl="0">
              <a:spcBef>
                <a:spcPts val="0"/>
              </a:spcBef>
              <a:spcAft>
                <a:spcPts val="0"/>
              </a:spcAft>
              <a:buSzPts val="7800"/>
              <a:buNone/>
              <a:defRPr/>
            </a:lvl2pPr>
            <a:lvl3pPr lvl="2" rtl="0">
              <a:spcBef>
                <a:spcPts val="0"/>
              </a:spcBef>
              <a:spcAft>
                <a:spcPts val="0"/>
              </a:spcAft>
              <a:buSzPts val="7800"/>
              <a:buNone/>
              <a:defRPr/>
            </a:lvl3pPr>
            <a:lvl4pPr lvl="3" rtl="0">
              <a:spcBef>
                <a:spcPts val="0"/>
              </a:spcBef>
              <a:spcAft>
                <a:spcPts val="0"/>
              </a:spcAft>
              <a:buSzPts val="7800"/>
              <a:buNone/>
              <a:defRPr/>
            </a:lvl4pPr>
            <a:lvl5pPr lvl="4" rtl="0">
              <a:spcBef>
                <a:spcPts val="0"/>
              </a:spcBef>
              <a:spcAft>
                <a:spcPts val="0"/>
              </a:spcAft>
              <a:buSzPts val="7800"/>
              <a:buNone/>
              <a:defRPr/>
            </a:lvl5pPr>
            <a:lvl6pPr lvl="5" rtl="0">
              <a:spcBef>
                <a:spcPts val="0"/>
              </a:spcBef>
              <a:spcAft>
                <a:spcPts val="0"/>
              </a:spcAft>
              <a:buSzPts val="7800"/>
              <a:buNone/>
              <a:defRPr/>
            </a:lvl6pPr>
            <a:lvl7pPr lvl="6" rtl="0">
              <a:spcBef>
                <a:spcPts val="0"/>
              </a:spcBef>
              <a:spcAft>
                <a:spcPts val="0"/>
              </a:spcAft>
              <a:buSzPts val="7800"/>
              <a:buNone/>
              <a:defRPr/>
            </a:lvl7pPr>
            <a:lvl8pPr lvl="7" rtl="0">
              <a:spcBef>
                <a:spcPts val="0"/>
              </a:spcBef>
              <a:spcAft>
                <a:spcPts val="0"/>
              </a:spcAft>
              <a:buSzPts val="7800"/>
              <a:buNone/>
              <a:defRPr/>
            </a:lvl8pPr>
            <a:lvl9pPr lvl="8" rtl="0">
              <a:spcBef>
                <a:spcPts val="0"/>
              </a:spcBef>
              <a:spcAft>
                <a:spcPts val="0"/>
              </a:spcAft>
              <a:buSzPts val="7800"/>
              <a:buNone/>
              <a:defRPr/>
            </a:lvl9pPr>
          </a:lstStyle>
          <a:p>
            <a:endParaRPr/>
          </a:p>
        </p:txBody>
      </p:sp>
      <p:cxnSp>
        <p:nvCxnSpPr>
          <p:cNvPr id="149" name="Google Shape;149;p17"/>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0" name="Google Shape;150;p17"/>
          <p:cNvGrpSpPr/>
          <p:nvPr/>
        </p:nvGrpSpPr>
        <p:grpSpPr>
          <a:xfrm>
            <a:off x="-112065" y="192348"/>
            <a:ext cx="12416361" cy="6491851"/>
            <a:chOff x="-211800" y="484698"/>
            <a:chExt cx="23466600" cy="16358864"/>
          </a:xfrm>
        </p:grpSpPr>
        <p:cxnSp>
          <p:nvCxnSpPr>
            <p:cNvPr id="151" name="Google Shape;151;p17"/>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2" name="Google Shape;152;p17"/>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37204693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153"/>
        <p:cNvGrpSpPr/>
        <p:nvPr/>
      </p:nvGrpSpPr>
      <p:grpSpPr>
        <a:xfrm>
          <a:off x="0" y="0"/>
          <a:ext cx="0" cy="0"/>
          <a:chOff x="0" y="0"/>
          <a:chExt cx="0" cy="0"/>
        </a:xfrm>
      </p:grpSpPr>
      <p:sp>
        <p:nvSpPr>
          <p:cNvPr id="154" name="Google Shape;154;p18"/>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55" name="Google Shape;155;p18"/>
          <p:cNvSpPr txBox="1">
            <a:spLocks noGrp="1"/>
          </p:cNvSpPr>
          <p:nvPr>
            <p:ph type="body" idx="1"/>
          </p:nvPr>
        </p:nvSpPr>
        <p:spPr>
          <a:xfrm>
            <a:off x="241908" y="1070287"/>
            <a:ext cx="11703494" cy="1741731"/>
          </a:xfrm>
          <a:prstGeom prst="rect">
            <a:avLst/>
          </a:prstGeom>
        </p:spPr>
        <p:txBody>
          <a:bodyPr spcFirstLastPara="1" wrap="square" lIns="256000" tIns="256000" rIns="256000" bIns="256000" anchor="t" anchorCtr="0">
            <a:noAutofit/>
          </a:bodyPr>
          <a:lstStyle>
            <a:lvl1pPr marL="181417" lvl="0" indent="-176378" rtl="0">
              <a:lnSpc>
                <a:spcPct val="100000"/>
              </a:lnSpc>
              <a:spcBef>
                <a:spcPts val="0"/>
              </a:spcBef>
              <a:spcAft>
                <a:spcPts val="0"/>
              </a:spcAft>
              <a:buSzPts val="3400"/>
              <a:buChar char="●"/>
              <a:defRPr sz="1389"/>
            </a:lvl1pPr>
            <a:lvl2pPr marL="362834" lvl="1" indent="-176378" rtl="0">
              <a:spcBef>
                <a:spcPts val="0"/>
              </a:spcBef>
              <a:spcAft>
                <a:spcPts val="0"/>
              </a:spcAft>
              <a:buSzPts val="3400"/>
              <a:buChar char="○"/>
              <a:defRPr sz="1349"/>
            </a:lvl2pPr>
            <a:lvl3pPr marL="544251" lvl="2" indent="-176378" rtl="0">
              <a:spcBef>
                <a:spcPts val="0"/>
              </a:spcBef>
              <a:spcAft>
                <a:spcPts val="0"/>
              </a:spcAft>
              <a:buSzPts val="3400"/>
              <a:buChar char="■"/>
              <a:defRPr sz="1349"/>
            </a:lvl3pPr>
            <a:lvl4pPr marL="725668" lvl="3" indent="-176378" rtl="0">
              <a:spcBef>
                <a:spcPts val="0"/>
              </a:spcBef>
              <a:spcAft>
                <a:spcPts val="0"/>
              </a:spcAft>
              <a:buSzPts val="3400"/>
              <a:buChar char="●"/>
              <a:defRPr sz="1349"/>
            </a:lvl4pPr>
            <a:lvl5pPr marL="907085" lvl="4" indent="-176378" rtl="0">
              <a:spcBef>
                <a:spcPts val="0"/>
              </a:spcBef>
              <a:spcAft>
                <a:spcPts val="0"/>
              </a:spcAft>
              <a:buSzPts val="3400"/>
              <a:buChar char="○"/>
              <a:defRPr sz="1349"/>
            </a:lvl5pPr>
            <a:lvl6pPr marL="1088502" lvl="5" indent="-176378" rtl="0">
              <a:spcBef>
                <a:spcPts val="0"/>
              </a:spcBef>
              <a:spcAft>
                <a:spcPts val="0"/>
              </a:spcAft>
              <a:buSzPts val="3400"/>
              <a:buChar char="■"/>
              <a:defRPr sz="1349"/>
            </a:lvl6pPr>
            <a:lvl7pPr marL="1269919" lvl="6" indent="-176378" rtl="0">
              <a:spcBef>
                <a:spcPts val="0"/>
              </a:spcBef>
              <a:spcAft>
                <a:spcPts val="0"/>
              </a:spcAft>
              <a:buSzPts val="3400"/>
              <a:buChar char="●"/>
              <a:defRPr sz="1349"/>
            </a:lvl7pPr>
            <a:lvl8pPr marL="1451336" lvl="7" indent="-176378" rtl="0">
              <a:spcBef>
                <a:spcPts val="0"/>
              </a:spcBef>
              <a:spcAft>
                <a:spcPts val="0"/>
              </a:spcAft>
              <a:buSzPts val="3400"/>
              <a:buChar char="○"/>
              <a:defRPr sz="1349"/>
            </a:lvl8pPr>
            <a:lvl9pPr marL="1632753" lvl="8" indent="-176378" rtl="0">
              <a:spcBef>
                <a:spcPts val="0"/>
              </a:spcBef>
              <a:spcAft>
                <a:spcPts val="0"/>
              </a:spcAft>
              <a:buSzPts val="3400"/>
              <a:buChar char="■"/>
              <a:defRPr sz="1349"/>
            </a:lvl9pPr>
          </a:lstStyle>
          <a:p>
            <a:endParaRPr/>
          </a:p>
        </p:txBody>
      </p:sp>
      <p:cxnSp>
        <p:nvCxnSpPr>
          <p:cNvPr id="156" name="Google Shape;156;p18"/>
          <p:cNvCxnSpPr/>
          <p:nvPr/>
        </p:nvCxnSpPr>
        <p:spPr>
          <a:xfrm>
            <a:off x="-112065" y="6684198"/>
            <a:ext cx="12416361" cy="0"/>
          </a:xfrm>
          <a:prstGeom prst="straightConnector1">
            <a:avLst/>
          </a:prstGeom>
          <a:noFill/>
          <a:ln w="19050" cap="flat" cmpd="sng">
            <a:solidFill>
              <a:schemeClr val="dk1"/>
            </a:solidFill>
            <a:prstDash val="solid"/>
            <a:round/>
            <a:headEnd type="none" w="med" len="med"/>
            <a:tailEnd type="none" w="med" len="med"/>
          </a:ln>
        </p:spPr>
      </p:cxnSp>
      <p:grpSp>
        <p:nvGrpSpPr>
          <p:cNvPr id="157" name="Google Shape;157;p18"/>
          <p:cNvGrpSpPr/>
          <p:nvPr/>
        </p:nvGrpSpPr>
        <p:grpSpPr>
          <a:xfrm>
            <a:off x="-112065" y="192348"/>
            <a:ext cx="12416361" cy="6491851"/>
            <a:chOff x="-211800" y="484698"/>
            <a:chExt cx="23466600" cy="16358864"/>
          </a:xfrm>
        </p:grpSpPr>
        <p:cxnSp>
          <p:nvCxnSpPr>
            <p:cNvPr id="158" name="Google Shape;158;p18"/>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159" name="Google Shape;159;p18"/>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pic>
        <p:nvPicPr>
          <p:cNvPr id="160" name="Google Shape;160;p18"/>
          <p:cNvPicPr preferRelativeResize="0"/>
          <p:nvPr/>
        </p:nvPicPr>
        <p:blipFill>
          <a:blip r:embed="rId2">
            <a:alphaModFix/>
          </a:blip>
          <a:stretch>
            <a:fillRect/>
          </a:stretch>
        </p:blipFill>
        <p:spPr>
          <a:xfrm>
            <a:off x="11945416" y="2244428"/>
            <a:ext cx="2378763" cy="2264161"/>
          </a:xfrm>
          <a:prstGeom prst="rect">
            <a:avLst/>
          </a:prstGeom>
          <a:noFill/>
          <a:ln>
            <a:noFill/>
          </a:ln>
        </p:spPr>
      </p:pic>
      <p:pic>
        <p:nvPicPr>
          <p:cNvPr id="161" name="Google Shape;161;p18"/>
          <p:cNvPicPr preferRelativeResize="0"/>
          <p:nvPr/>
        </p:nvPicPr>
        <p:blipFill>
          <a:blip r:embed="rId3">
            <a:alphaModFix/>
          </a:blip>
          <a:stretch>
            <a:fillRect/>
          </a:stretch>
        </p:blipFill>
        <p:spPr>
          <a:xfrm rot="-3915739">
            <a:off x="-1755282" y="4830327"/>
            <a:ext cx="3367892" cy="493896"/>
          </a:xfrm>
          <a:prstGeom prst="rect">
            <a:avLst/>
          </a:prstGeom>
          <a:noFill/>
          <a:ln>
            <a:noFill/>
          </a:ln>
        </p:spPr>
      </p:pic>
    </p:spTree>
    <p:extLst>
      <p:ext uri="{BB962C8B-B14F-4D97-AF65-F5344CB8AC3E}">
        <p14:creationId xmlns:p14="http://schemas.microsoft.com/office/powerpoint/2010/main" val="181359747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162"/>
        <p:cNvGrpSpPr/>
        <p:nvPr/>
      </p:nvGrpSpPr>
      <p:grpSpPr>
        <a:xfrm>
          <a:off x="0" y="0"/>
          <a:ext cx="0" cy="0"/>
          <a:chOff x="0" y="0"/>
          <a:chExt cx="0" cy="0"/>
        </a:xfrm>
      </p:grpSpPr>
      <p:sp>
        <p:nvSpPr>
          <p:cNvPr id="163" name="Google Shape;163;p19"/>
          <p:cNvSpPr txBox="1">
            <a:spLocks noGrp="1"/>
          </p:cNvSpPr>
          <p:nvPr>
            <p:ph type="title"/>
          </p:nvPr>
        </p:nvSpPr>
        <p:spPr>
          <a:xfrm>
            <a:off x="415591" y="170549"/>
            <a:ext cx="11359998" cy="762052"/>
          </a:xfrm>
          <a:prstGeom prst="rect">
            <a:avLst/>
          </a:prstGeom>
        </p:spPr>
        <p:txBody>
          <a:bodyPr spcFirstLastPara="1" wrap="square" lIns="256000" tIns="256000" rIns="256000" bIns="256000" anchor="t" anchorCtr="0">
            <a:noAutofit/>
          </a:bodyPr>
          <a:lstStyle>
            <a:lvl1pPr lvl="0" rtl="0">
              <a:spcBef>
                <a:spcPts val="0"/>
              </a:spcBef>
              <a:spcAft>
                <a:spcPts val="0"/>
              </a:spcAft>
              <a:buSzPts val="6700"/>
              <a:buNone/>
              <a:defRPr/>
            </a:lvl1pPr>
            <a:lvl2pPr lvl="1" rtl="0">
              <a:spcBef>
                <a:spcPts val="0"/>
              </a:spcBef>
              <a:spcAft>
                <a:spcPts val="0"/>
              </a:spcAft>
              <a:buSzPts val="6700"/>
              <a:buNone/>
              <a:defRPr sz="2659"/>
            </a:lvl2pPr>
            <a:lvl3pPr lvl="2" rtl="0">
              <a:spcBef>
                <a:spcPts val="0"/>
              </a:spcBef>
              <a:spcAft>
                <a:spcPts val="0"/>
              </a:spcAft>
              <a:buSzPts val="6700"/>
              <a:buNone/>
              <a:defRPr sz="2659"/>
            </a:lvl3pPr>
            <a:lvl4pPr lvl="3" rtl="0">
              <a:spcBef>
                <a:spcPts val="0"/>
              </a:spcBef>
              <a:spcAft>
                <a:spcPts val="0"/>
              </a:spcAft>
              <a:buSzPts val="6700"/>
              <a:buNone/>
              <a:defRPr sz="2659"/>
            </a:lvl4pPr>
            <a:lvl5pPr lvl="4" rtl="0">
              <a:spcBef>
                <a:spcPts val="0"/>
              </a:spcBef>
              <a:spcAft>
                <a:spcPts val="0"/>
              </a:spcAft>
              <a:buSzPts val="6700"/>
              <a:buNone/>
              <a:defRPr sz="2659"/>
            </a:lvl5pPr>
            <a:lvl6pPr lvl="5" rtl="0">
              <a:spcBef>
                <a:spcPts val="0"/>
              </a:spcBef>
              <a:spcAft>
                <a:spcPts val="0"/>
              </a:spcAft>
              <a:buSzPts val="6700"/>
              <a:buNone/>
              <a:defRPr sz="2659"/>
            </a:lvl6pPr>
            <a:lvl7pPr lvl="6" rtl="0">
              <a:spcBef>
                <a:spcPts val="0"/>
              </a:spcBef>
              <a:spcAft>
                <a:spcPts val="0"/>
              </a:spcAft>
              <a:buSzPts val="6700"/>
              <a:buNone/>
              <a:defRPr sz="2659"/>
            </a:lvl7pPr>
            <a:lvl8pPr lvl="7" rtl="0">
              <a:spcBef>
                <a:spcPts val="0"/>
              </a:spcBef>
              <a:spcAft>
                <a:spcPts val="0"/>
              </a:spcAft>
              <a:buSzPts val="6700"/>
              <a:buNone/>
              <a:defRPr sz="2659"/>
            </a:lvl8pPr>
            <a:lvl9pPr lvl="8" rtl="0">
              <a:spcBef>
                <a:spcPts val="0"/>
              </a:spcBef>
              <a:spcAft>
                <a:spcPts val="0"/>
              </a:spcAft>
              <a:buSzPts val="6700"/>
              <a:buNone/>
              <a:defRPr sz="2659"/>
            </a:lvl9pPr>
          </a:lstStyle>
          <a:p>
            <a:endParaRPr/>
          </a:p>
        </p:txBody>
      </p:sp>
      <p:sp>
        <p:nvSpPr>
          <p:cNvPr id="164" name="Google Shape;164;p19"/>
          <p:cNvSpPr txBox="1">
            <a:spLocks noGrp="1"/>
          </p:cNvSpPr>
          <p:nvPr>
            <p:ph type="subTitle" idx="1"/>
          </p:nvPr>
        </p:nvSpPr>
        <p:spPr>
          <a:xfrm>
            <a:off x="742496" y="932604"/>
            <a:ext cx="10706179" cy="1646846"/>
          </a:xfrm>
          <a:prstGeom prst="rect">
            <a:avLst/>
          </a:prstGeom>
        </p:spPr>
        <p:txBody>
          <a:bodyPr spcFirstLastPara="1" wrap="square" lIns="256000" tIns="256000" rIns="256000" bIns="256000" anchor="t" anchorCtr="0">
            <a:noAutofit/>
          </a:bodyPr>
          <a:lstStyle>
            <a:lvl1pPr lvl="0" algn="ctr" rtl="0">
              <a:lnSpc>
                <a:spcPct val="100000"/>
              </a:lnSpc>
              <a:spcBef>
                <a:spcPts val="0"/>
              </a:spcBef>
              <a:spcAft>
                <a:spcPts val="0"/>
              </a:spcAft>
              <a:buSzPts val="3500"/>
              <a:buNone/>
              <a:defRPr sz="1389"/>
            </a:lvl1pPr>
            <a:lvl2pPr lvl="1" algn="ctr" rtl="0">
              <a:lnSpc>
                <a:spcPct val="100000"/>
              </a:lnSpc>
              <a:spcBef>
                <a:spcPts val="0"/>
              </a:spcBef>
              <a:spcAft>
                <a:spcPts val="0"/>
              </a:spcAft>
              <a:buSzPts val="3500"/>
              <a:buNone/>
              <a:defRPr sz="1389"/>
            </a:lvl2pPr>
            <a:lvl3pPr lvl="2" algn="ctr" rtl="0">
              <a:lnSpc>
                <a:spcPct val="100000"/>
              </a:lnSpc>
              <a:spcBef>
                <a:spcPts val="0"/>
              </a:spcBef>
              <a:spcAft>
                <a:spcPts val="0"/>
              </a:spcAft>
              <a:buSzPts val="3500"/>
              <a:buNone/>
              <a:defRPr sz="1389"/>
            </a:lvl3pPr>
            <a:lvl4pPr lvl="3" algn="ctr" rtl="0">
              <a:lnSpc>
                <a:spcPct val="100000"/>
              </a:lnSpc>
              <a:spcBef>
                <a:spcPts val="0"/>
              </a:spcBef>
              <a:spcAft>
                <a:spcPts val="0"/>
              </a:spcAft>
              <a:buSzPts val="3500"/>
              <a:buNone/>
              <a:defRPr sz="1389"/>
            </a:lvl4pPr>
            <a:lvl5pPr lvl="4" algn="ctr" rtl="0">
              <a:lnSpc>
                <a:spcPct val="100000"/>
              </a:lnSpc>
              <a:spcBef>
                <a:spcPts val="0"/>
              </a:spcBef>
              <a:spcAft>
                <a:spcPts val="0"/>
              </a:spcAft>
              <a:buSzPts val="3500"/>
              <a:buNone/>
              <a:defRPr sz="1389"/>
            </a:lvl5pPr>
            <a:lvl6pPr lvl="5" algn="ctr" rtl="0">
              <a:lnSpc>
                <a:spcPct val="100000"/>
              </a:lnSpc>
              <a:spcBef>
                <a:spcPts val="0"/>
              </a:spcBef>
              <a:spcAft>
                <a:spcPts val="0"/>
              </a:spcAft>
              <a:buSzPts val="3500"/>
              <a:buNone/>
              <a:defRPr sz="1389"/>
            </a:lvl6pPr>
            <a:lvl7pPr lvl="6" algn="ctr" rtl="0">
              <a:lnSpc>
                <a:spcPct val="100000"/>
              </a:lnSpc>
              <a:spcBef>
                <a:spcPts val="0"/>
              </a:spcBef>
              <a:spcAft>
                <a:spcPts val="0"/>
              </a:spcAft>
              <a:buSzPts val="3500"/>
              <a:buNone/>
              <a:defRPr sz="1389"/>
            </a:lvl7pPr>
            <a:lvl8pPr lvl="7" algn="ctr" rtl="0">
              <a:lnSpc>
                <a:spcPct val="100000"/>
              </a:lnSpc>
              <a:spcBef>
                <a:spcPts val="0"/>
              </a:spcBef>
              <a:spcAft>
                <a:spcPts val="0"/>
              </a:spcAft>
              <a:buSzPts val="3500"/>
              <a:buNone/>
              <a:defRPr sz="1389"/>
            </a:lvl8pPr>
            <a:lvl9pPr lvl="8" algn="ctr" rtl="0">
              <a:lnSpc>
                <a:spcPct val="100000"/>
              </a:lnSpc>
              <a:spcBef>
                <a:spcPts val="0"/>
              </a:spcBef>
              <a:spcAft>
                <a:spcPts val="0"/>
              </a:spcAft>
              <a:buSzPts val="3500"/>
              <a:buNone/>
              <a:defRPr sz="1389"/>
            </a:lvl9pPr>
          </a:lstStyle>
          <a:p>
            <a:endParaRPr/>
          </a:p>
        </p:txBody>
      </p:sp>
      <p:pic>
        <p:nvPicPr>
          <p:cNvPr id="165" name="Google Shape;165;p19"/>
          <p:cNvPicPr preferRelativeResize="0"/>
          <p:nvPr/>
        </p:nvPicPr>
        <p:blipFill>
          <a:blip r:embed="rId2">
            <a:alphaModFix/>
          </a:blip>
          <a:stretch>
            <a:fillRect/>
          </a:stretch>
        </p:blipFill>
        <p:spPr>
          <a:xfrm>
            <a:off x="-1426779" y="4467534"/>
            <a:ext cx="2135135" cy="2032270"/>
          </a:xfrm>
          <a:prstGeom prst="rect">
            <a:avLst/>
          </a:prstGeom>
          <a:noFill/>
          <a:ln>
            <a:noFill/>
          </a:ln>
        </p:spPr>
      </p:pic>
      <p:grpSp>
        <p:nvGrpSpPr>
          <p:cNvPr id="166" name="Google Shape;166;p19"/>
          <p:cNvGrpSpPr/>
          <p:nvPr/>
        </p:nvGrpSpPr>
        <p:grpSpPr>
          <a:xfrm>
            <a:off x="582954" y="5491415"/>
            <a:ext cx="1384204" cy="882871"/>
            <a:chOff x="3089625" y="1360075"/>
            <a:chExt cx="1869050" cy="1589450"/>
          </a:xfrm>
        </p:grpSpPr>
        <p:sp>
          <p:nvSpPr>
            <p:cNvPr id="167" name="Google Shape;167;p19"/>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8" name="Google Shape;168;p19"/>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69" name="Google Shape;169;p19"/>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sp>
          <p:nvSpPr>
            <p:cNvPr id="170" name="Google Shape;170;p19"/>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grpSp>
      <p:pic>
        <p:nvPicPr>
          <p:cNvPr id="171" name="Google Shape;171;p19"/>
          <p:cNvPicPr preferRelativeResize="0"/>
          <p:nvPr/>
        </p:nvPicPr>
        <p:blipFill>
          <a:blip r:embed="rId3">
            <a:alphaModFix/>
          </a:blip>
          <a:stretch>
            <a:fillRect/>
          </a:stretch>
        </p:blipFill>
        <p:spPr>
          <a:xfrm rot="-3915739">
            <a:off x="10408959" y="4741197"/>
            <a:ext cx="3367892" cy="493896"/>
          </a:xfrm>
          <a:prstGeom prst="rect">
            <a:avLst/>
          </a:prstGeom>
          <a:noFill/>
          <a:ln>
            <a:noFill/>
          </a:ln>
        </p:spPr>
      </p:pic>
      <p:pic>
        <p:nvPicPr>
          <p:cNvPr id="172" name="Google Shape;172;p19"/>
          <p:cNvPicPr preferRelativeResize="0"/>
          <p:nvPr/>
        </p:nvPicPr>
        <p:blipFill>
          <a:blip r:embed="rId4">
            <a:alphaModFix/>
          </a:blip>
          <a:stretch>
            <a:fillRect/>
          </a:stretch>
        </p:blipFill>
        <p:spPr>
          <a:xfrm>
            <a:off x="3681532" y="5336020"/>
            <a:ext cx="1036562" cy="777439"/>
          </a:xfrm>
          <a:prstGeom prst="rect">
            <a:avLst/>
          </a:prstGeom>
          <a:noFill/>
          <a:ln>
            <a:noFill/>
          </a:ln>
        </p:spPr>
      </p:pic>
      <p:grpSp>
        <p:nvGrpSpPr>
          <p:cNvPr id="173" name="Google Shape;173;p19"/>
          <p:cNvGrpSpPr/>
          <p:nvPr/>
        </p:nvGrpSpPr>
        <p:grpSpPr>
          <a:xfrm>
            <a:off x="7941982" y="5663295"/>
            <a:ext cx="5835689" cy="1366836"/>
            <a:chOff x="12013575" y="13837850"/>
            <a:chExt cx="11029300" cy="3444300"/>
          </a:xfrm>
        </p:grpSpPr>
        <p:sp>
          <p:nvSpPr>
            <p:cNvPr id="174" name="Google Shape;174;p19"/>
            <p:cNvSpPr/>
            <p:nvPr/>
          </p:nvSpPr>
          <p:spPr>
            <a:xfrm>
              <a:off x="12022975" y="13847150"/>
              <a:ext cx="11019900" cy="3435000"/>
            </a:xfrm>
            <a:prstGeom prst="rect">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714"/>
            </a:p>
          </p:txBody>
        </p:sp>
        <p:cxnSp>
          <p:nvCxnSpPr>
            <p:cNvPr id="175" name="Google Shape;175;p19"/>
            <p:cNvCxnSpPr/>
            <p:nvPr/>
          </p:nvCxnSpPr>
          <p:spPr>
            <a:xfrm>
              <a:off x="17523525" y="87571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6" name="Google Shape;176;p19"/>
            <p:cNvCxnSpPr/>
            <p:nvPr/>
          </p:nvCxnSpPr>
          <p:spPr>
            <a:xfrm>
              <a:off x="17523525" y="91865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7" name="Google Shape;177;p19"/>
            <p:cNvCxnSpPr/>
            <p:nvPr/>
          </p:nvCxnSpPr>
          <p:spPr>
            <a:xfrm>
              <a:off x="17523525" y="96159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8" name="Google Shape;178;p19"/>
            <p:cNvCxnSpPr/>
            <p:nvPr/>
          </p:nvCxnSpPr>
          <p:spPr>
            <a:xfrm>
              <a:off x="17523525" y="1004527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79" name="Google Shape;179;p19"/>
            <p:cNvCxnSpPr/>
            <p:nvPr/>
          </p:nvCxnSpPr>
          <p:spPr>
            <a:xfrm>
              <a:off x="17523525" y="1047465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0" name="Google Shape;180;p19"/>
            <p:cNvCxnSpPr/>
            <p:nvPr/>
          </p:nvCxnSpPr>
          <p:spPr>
            <a:xfrm>
              <a:off x="17523525" y="10904025"/>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1" name="Google Shape;181;p19"/>
            <p:cNvCxnSpPr/>
            <p:nvPr/>
          </p:nvCxnSpPr>
          <p:spPr>
            <a:xfrm>
              <a:off x="17523525" y="11333400"/>
              <a:ext cx="0" cy="11019900"/>
            </a:xfrm>
            <a:prstGeom prst="straightConnector1">
              <a:avLst/>
            </a:prstGeom>
            <a:noFill/>
            <a:ln w="19050" cap="flat" cmpd="sng">
              <a:solidFill>
                <a:schemeClr val="dk1"/>
              </a:solidFill>
              <a:prstDash val="solid"/>
              <a:round/>
              <a:headEnd type="none" w="med" len="med"/>
              <a:tailEnd type="none" w="med" len="med"/>
            </a:ln>
          </p:spPr>
        </p:cxnSp>
        <p:cxnSp>
          <p:nvCxnSpPr>
            <p:cNvPr id="182" name="Google Shape;182;p19"/>
            <p:cNvCxnSpPr/>
            <p:nvPr/>
          </p:nvCxnSpPr>
          <p:spPr>
            <a:xfrm>
              <a:off x="12437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3" name="Google Shape;183;p19"/>
            <p:cNvCxnSpPr/>
            <p:nvPr/>
          </p:nvCxnSpPr>
          <p:spPr>
            <a:xfrm>
              <a:off x="12861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4" name="Google Shape;184;p19"/>
            <p:cNvCxnSpPr/>
            <p:nvPr/>
          </p:nvCxnSpPr>
          <p:spPr>
            <a:xfrm>
              <a:off x="13286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5" name="Google Shape;185;p19"/>
            <p:cNvCxnSpPr/>
            <p:nvPr/>
          </p:nvCxnSpPr>
          <p:spPr>
            <a:xfrm>
              <a:off x="13710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6" name="Google Shape;186;p19"/>
            <p:cNvCxnSpPr/>
            <p:nvPr/>
          </p:nvCxnSpPr>
          <p:spPr>
            <a:xfrm>
              <a:off x="14134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7" name="Google Shape;187;p19"/>
            <p:cNvCxnSpPr/>
            <p:nvPr/>
          </p:nvCxnSpPr>
          <p:spPr>
            <a:xfrm>
              <a:off x="14558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8" name="Google Shape;188;p19"/>
            <p:cNvCxnSpPr/>
            <p:nvPr/>
          </p:nvCxnSpPr>
          <p:spPr>
            <a:xfrm>
              <a:off x="14982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89" name="Google Shape;189;p19"/>
            <p:cNvCxnSpPr/>
            <p:nvPr/>
          </p:nvCxnSpPr>
          <p:spPr>
            <a:xfrm>
              <a:off x="15407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0" name="Google Shape;190;p19"/>
            <p:cNvCxnSpPr/>
            <p:nvPr/>
          </p:nvCxnSpPr>
          <p:spPr>
            <a:xfrm>
              <a:off x="15831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1" name="Google Shape;191;p19"/>
            <p:cNvCxnSpPr/>
            <p:nvPr/>
          </p:nvCxnSpPr>
          <p:spPr>
            <a:xfrm>
              <a:off x="16255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2" name="Google Shape;192;p19"/>
            <p:cNvCxnSpPr/>
            <p:nvPr/>
          </p:nvCxnSpPr>
          <p:spPr>
            <a:xfrm>
              <a:off x="16679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3" name="Google Shape;193;p19"/>
            <p:cNvCxnSpPr/>
            <p:nvPr/>
          </p:nvCxnSpPr>
          <p:spPr>
            <a:xfrm>
              <a:off x="17103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4" name="Google Shape;194;p19"/>
            <p:cNvCxnSpPr/>
            <p:nvPr/>
          </p:nvCxnSpPr>
          <p:spPr>
            <a:xfrm>
              <a:off x="17528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5" name="Google Shape;195;p19"/>
            <p:cNvCxnSpPr/>
            <p:nvPr/>
          </p:nvCxnSpPr>
          <p:spPr>
            <a:xfrm>
              <a:off x="17952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6" name="Google Shape;196;p19"/>
            <p:cNvCxnSpPr/>
            <p:nvPr/>
          </p:nvCxnSpPr>
          <p:spPr>
            <a:xfrm>
              <a:off x="18376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7" name="Google Shape;197;p19"/>
            <p:cNvCxnSpPr/>
            <p:nvPr/>
          </p:nvCxnSpPr>
          <p:spPr>
            <a:xfrm>
              <a:off x="18800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8" name="Google Shape;198;p19"/>
            <p:cNvCxnSpPr/>
            <p:nvPr/>
          </p:nvCxnSpPr>
          <p:spPr>
            <a:xfrm>
              <a:off x="19224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199" name="Google Shape;199;p19"/>
            <p:cNvCxnSpPr/>
            <p:nvPr/>
          </p:nvCxnSpPr>
          <p:spPr>
            <a:xfrm>
              <a:off x="19649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0" name="Google Shape;200;p19"/>
            <p:cNvCxnSpPr/>
            <p:nvPr/>
          </p:nvCxnSpPr>
          <p:spPr>
            <a:xfrm>
              <a:off x="20073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1" name="Google Shape;201;p19"/>
            <p:cNvCxnSpPr/>
            <p:nvPr/>
          </p:nvCxnSpPr>
          <p:spPr>
            <a:xfrm>
              <a:off x="204975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2" name="Google Shape;202;p19"/>
            <p:cNvCxnSpPr/>
            <p:nvPr/>
          </p:nvCxnSpPr>
          <p:spPr>
            <a:xfrm>
              <a:off x="209217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3" name="Google Shape;203;p19"/>
            <p:cNvCxnSpPr/>
            <p:nvPr/>
          </p:nvCxnSpPr>
          <p:spPr>
            <a:xfrm>
              <a:off x="213459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4" name="Google Shape;204;p19"/>
            <p:cNvCxnSpPr/>
            <p:nvPr/>
          </p:nvCxnSpPr>
          <p:spPr>
            <a:xfrm>
              <a:off x="217701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5" name="Google Shape;205;p19"/>
            <p:cNvCxnSpPr/>
            <p:nvPr/>
          </p:nvCxnSpPr>
          <p:spPr>
            <a:xfrm>
              <a:off x="22194375" y="13837850"/>
              <a:ext cx="0" cy="3435000"/>
            </a:xfrm>
            <a:prstGeom prst="straightConnector1">
              <a:avLst/>
            </a:prstGeom>
            <a:noFill/>
            <a:ln w="19050" cap="flat" cmpd="sng">
              <a:solidFill>
                <a:schemeClr val="dk1"/>
              </a:solidFill>
              <a:prstDash val="solid"/>
              <a:round/>
              <a:headEnd type="none" w="med" len="med"/>
              <a:tailEnd type="none" w="med" len="med"/>
            </a:ln>
          </p:spPr>
        </p:cxnSp>
        <p:cxnSp>
          <p:nvCxnSpPr>
            <p:cNvPr id="206" name="Google Shape;206;p19"/>
            <p:cNvCxnSpPr/>
            <p:nvPr/>
          </p:nvCxnSpPr>
          <p:spPr>
            <a:xfrm>
              <a:off x="22618575" y="13837850"/>
              <a:ext cx="0" cy="3435000"/>
            </a:xfrm>
            <a:prstGeom prst="straightConnector1">
              <a:avLst/>
            </a:prstGeom>
            <a:noFill/>
            <a:ln w="19050" cap="flat" cmpd="sng">
              <a:solidFill>
                <a:schemeClr val="dk1"/>
              </a:solidFill>
              <a:prstDash val="solid"/>
              <a:round/>
              <a:headEnd type="none" w="med" len="med"/>
              <a:tailEnd type="none" w="med" len="med"/>
            </a:ln>
          </p:spPr>
        </p:cxnSp>
      </p:grpSp>
      <p:grpSp>
        <p:nvGrpSpPr>
          <p:cNvPr id="207" name="Google Shape;207;p19"/>
          <p:cNvGrpSpPr/>
          <p:nvPr/>
        </p:nvGrpSpPr>
        <p:grpSpPr>
          <a:xfrm>
            <a:off x="-112065" y="192348"/>
            <a:ext cx="12416361" cy="6491851"/>
            <a:chOff x="-211800" y="484698"/>
            <a:chExt cx="23466600" cy="16358864"/>
          </a:xfrm>
        </p:grpSpPr>
        <p:cxnSp>
          <p:nvCxnSpPr>
            <p:cNvPr id="208" name="Google Shape;208;p19"/>
            <p:cNvCxnSpPr/>
            <p:nvPr/>
          </p:nvCxnSpPr>
          <p:spPr>
            <a:xfrm>
              <a:off x="-211800" y="484698"/>
              <a:ext cx="23466600" cy="0"/>
            </a:xfrm>
            <a:prstGeom prst="straightConnector1">
              <a:avLst/>
            </a:prstGeom>
            <a:noFill/>
            <a:ln w="19050" cap="flat" cmpd="sng">
              <a:solidFill>
                <a:schemeClr val="dk1"/>
              </a:solidFill>
              <a:prstDash val="solid"/>
              <a:round/>
              <a:headEnd type="none" w="med" len="med"/>
              <a:tailEnd type="none" w="med" len="med"/>
            </a:ln>
          </p:spPr>
        </p:cxnSp>
        <p:cxnSp>
          <p:nvCxnSpPr>
            <p:cNvPr id="209" name="Google Shape;209;p19"/>
            <p:cNvCxnSpPr/>
            <p:nvPr/>
          </p:nvCxnSpPr>
          <p:spPr>
            <a:xfrm>
              <a:off x="-211800" y="16843561"/>
              <a:ext cx="23466600" cy="0"/>
            </a:xfrm>
            <a:prstGeom prst="straightConnector1">
              <a:avLst/>
            </a:prstGeom>
            <a:noFill/>
            <a:ln w="19050" cap="flat" cmpd="sng">
              <a:solidFill>
                <a:schemeClr val="dk1"/>
              </a:solidFill>
              <a:prstDash val="solid"/>
              <a:round/>
              <a:headEnd type="none" w="med" len="med"/>
              <a:tailEnd type="none" w="med" len="med"/>
            </a:ln>
          </p:spPr>
        </p:cxnSp>
      </p:grpSp>
    </p:spTree>
    <p:extLst>
      <p:ext uri="{BB962C8B-B14F-4D97-AF65-F5344CB8AC3E}">
        <p14:creationId xmlns:p14="http://schemas.microsoft.com/office/powerpoint/2010/main" val="7118813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10" Type="http://schemas.openxmlformats.org/officeDocument/2006/relationships/slideLayout" Target="../slideLayouts/slideLayout26.xml"/><Relationship Id="rId19" Type="http://schemas.openxmlformats.org/officeDocument/2006/relationships/theme" Target="../theme/theme2.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2264609537"/>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6" r:id="rId5"/>
    <p:sldLayoutId id="2147483667" r:id="rId6"/>
    <p:sldLayoutId id="2147483668" r:id="rId7"/>
    <p:sldLayoutId id="2147483669" r:id="rId8"/>
    <p:sldLayoutId id="2147483670" r:id="rId9"/>
    <p:sldLayoutId id="2147483671" r:id="rId10"/>
    <p:sldLayoutId id="2147483673" r:id="rId11"/>
    <p:sldLayoutId id="2147483674" r:id="rId12"/>
    <p:sldLayoutId id="2147483675" r:id="rId13"/>
    <p:sldLayoutId id="2147483676" r:id="rId14"/>
    <p:sldLayoutId id="2147483677" r:id="rId15"/>
    <p:sldLayoutId id="2147483678"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6" y="593388"/>
            <a:ext cx="11360950" cy="763599"/>
          </a:xfrm>
          <a:prstGeom prst="rect">
            <a:avLst/>
          </a:prstGeom>
          <a:noFill/>
          <a:ln>
            <a:noFill/>
          </a:ln>
        </p:spPr>
        <p:txBody>
          <a:bodyPr spcFirstLastPara="1" wrap="square" lIns="256000" tIns="256000" rIns="256000" bIns="256000" anchor="t" anchorCtr="0">
            <a:noAutofit/>
          </a:bodyPr>
          <a:lstStyle>
            <a:lvl1pPr lvl="0"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1pPr>
            <a:lvl2pPr lvl="1"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2pPr>
            <a:lvl3pPr lvl="2"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3pPr>
            <a:lvl4pPr lvl="3"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4pPr>
            <a:lvl5pPr lvl="4"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5pPr>
            <a:lvl6pPr lvl="5"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6pPr>
            <a:lvl7pPr lvl="6"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7pPr>
            <a:lvl8pPr lvl="7"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8pPr>
            <a:lvl9pPr lvl="8" algn="ctr">
              <a:spcBef>
                <a:spcPts val="0"/>
              </a:spcBef>
              <a:spcAft>
                <a:spcPts val="0"/>
              </a:spcAft>
              <a:buClr>
                <a:schemeClr val="dk1"/>
              </a:buClr>
              <a:buSzPts val="7800"/>
              <a:buFont typeface="Space Mono"/>
              <a:buNone/>
              <a:defRPr sz="7800" b="1">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415601" y="1536694"/>
            <a:ext cx="11360950" cy="5140070"/>
          </a:xfrm>
          <a:prstGeom prst="rect">
            <a:avLst/>
          </a:prstGeom>
          <a:noFill/>
          <a:ln>
            <a:noFill/>
          </a:ln>
        </p:spPr>
        <p:txBody>
          <a:bodyPr spcFirstLastPara="1" wrap="square" lIns="256000" tIns="256000" rIns="256000" bIns="256000" anchor="t" anchorCtr="0">
            <a:noAutofit/>
          </a:bodyPr>
          <a:lstStyle>
            <a:lvl1pPr marL="457200" lvl="0"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1pPr>
            <a:lvl2pPr marL="914400" lvl="1"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2pPr>
            <a:lvl3pPr marL="1371600" lvl="2"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3pPr>
            <a:lvl4pPr marL="1828800" lvl="3"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4pPr>
            <a:lvl5pPr marL="2286000" lvl="4"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5pPr>
            <a:lvl6pPr marL="2743200" lvl="5"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6pPr>
            <a:lvl7pPr marL="3200400" lvl="6"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7pPr>
            <a:lvl8pPr marL="3657600" lvl="7"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8pPr>
            <a:lvl9pPr marL="4114800" lvl="8" indent="-425450">
              <a:lnSpc>
                <a:spcPct val="115000"/>
              </a:lnSpc>
              <a:spcBef>
                <a:spcPts val="0"/>
              </a:spcBef>
              <a:spcAft>
                <a:spcPts val="0"/>
              </a:spcAft>
              <a:buClr>
                <a:schemeClr val="dk1"/>
              </a:buClr>
              <a:buSzPts val="3100"/>
              <a:buFont typeface="Space Mono"/>
              <a:buChar char="■"/>
              <a:defRPr sz="3100">
                <a:solidFill>
                  <a:schemeClr val="dk1"/>
                </a:solidFill>
                <a:latin typeface="Space Mono"/>
                <a:ea typeface="Space Mono"/>
                <a:cs typeface="Space Mono"/>
                <a:sym typeface="Space Mono"/>
              </a:defRPr>
            </a:lvl9pPr>
          </a:lstStyle>
          <a:p>
            <a:endParaRPr/>
          </a:p>
        </p:txBody>
      </p:sp>
    </p:spTree>
    <p:extLst>
      <p:ext uri="{BB962C8B-B14F-4D97-AF65-F5344CB8AC3E}">
        <p14:creationId xmlns:p14="http://schemas.microsoft.com/office/powerpoint/2010/main" val="1339962003"/>
      </p:ext>
    </p:extLst>
  </p:cSld>
  <p:clrMap bg1="lt1" tx1="dk1" bg2="dk2" tx2="lt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556"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1.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1.xml"/><Relationship Id="rId4" Type="http://schemas.openxmlformats.org/officeDocument/2006/relationships/image" Target="../media/image27.jpe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1.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1.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3"/>
          <p:cNvSpPr txBox="1">
            <a:spLocks noGrp="1"/>
          </p:cNvSpPr>
          <p:nvPr>
            <p:ph type="ctrTitle"/>
          </p:nvPr>
        </p:nvSpPr>
        <p:spPr>
          <a:xfrm>
            <a:off x="2322278" y="2664317"/>
            <a:ext cx="7547539" cy="1392618"/>
          </a:xfrm>
          <a:prstGeom prst="rect">
            <a:avLst/>
          </a:prstGeom>
        </p:spPr>
        <p:txBody>
          <a:bodyPr spcFirstLastPara="1" wrap="square" lIns="101591" tIns="101591" rIns="101591" bIns="101591" anchor="b" anchorCtr="0">
            <a:noAutofit/>
          </a:bodyPr>
          <a:lstStyle/>
          <a:p>
            <a:r>
              <a:rPr lang="en-US" sz="2600" i="0" dirty="0">
                <a:solidFill>
                  <a:srgbClr val="000000"/>
                </a:solidFill>
                <a:effectLst/>
                <a:latin typeface="Times New Roman" panose="02020603050405020304" pitchFamily="18" charset="0"/>
                <a:cs typeface="Times New Roman" panose="02020603050405020304" pitchFamily="18" charset="0"/>
              </a:rPr>
              <a:t>Improved Waveform Classification for Integrated Radar-Communication 6G Systems via Convolutional Neural Networks</a:t>
            </a:r>
            <a:r>
              <a:rPr lang="en-US" sz="2600" dirty="0">
                <a:latin typeface="Times New Roman" panose="02020603050405020304" pitchFamily="18" charset="0"/>
                <a:cs typeface="Times New Roman" panose="02020603050405020304" pitchFamily="18" charset="0"/>
              </a:rPr>
              <a:t> </a:t>
            </a:r>
            <a:endParaRPr sz="2600" dirty="0">
              <a:latin typeface="Times New Roman" panose="02020603050405020304" pitchFamily="18" charset="0"/>
              <a:cs typeface="Times New Roman" panose="02020603050405020304" pitchFamily="18" charset="0"/>
            </a:endParaRPr>
          </a:p>
        </p:txBody>
      </p:sp>
      <p:sp>
        <p:nvSpPr>
          <p:cNvPr id="221" name="Google Shape;221;p23"/>
          <p:cNvSpPr txBox="1">
            <a:spLocks noGrp="1"/>
          </p:cNvSpPr>
          <p:nvPr>
            <p:ph type="subTitle" idx="1"/>
          </p:nvPr>
        </p:nvSpPr>
        <p:spPr>
          <a:xfrm>
            <a:off x="1419348" y="3925407"/>
            <a:ext cx="9787605" cy="869022"/>
          </a:xfrm>
          <a:prstGeom prst="rect">
            <a:avLst/>
          </a:prstGeom>
        </p:spPr>
        <p:txBody>
          <a:bodyPr spcFirstLastPara="1" wrap="square" lIns="101591" tIns="101591" rIns="101591" bIns="101591" anchor="t" anchorCtr="0">
            <a:noAutofit/>
          </a:bodyPr>
          <a:lstStyle/>
          <a:p>
            <a:r>
              <a:rPr lang="en-US" sz="1800" b="0" i="0" dirty="0">
                <a:solidFill>
                  <a:srgbClr val="0070C0"/>
                </a:solidFill>
                <a:effectLst/>
                <a:latin typeface="NimbusRomNo9L-Regu"/>
              </a:rPr>
              <a:t>Thien Huynh-The,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Nguyen Cong Luong, Hoc Phan,</a:t>
            </a:r>
          </a:p>
          <a:p>
            <a:r>
              <a:rPr lang="en-US" sz="1800" b="0" i="0" dirty="0">
                <a:solidFill>
                  <a:srgbClr val="0070C0"/>
                </a:solidFill>
                <a:effectLst/>
                <a:latin typeface="NimbusRomNo9L-Regu"/>
              </a:rPr>
              <a:t>Daniel </a:t>
            </a:r>
            <a:r>
              <a:rPr lang="en-US" sz="1800" b="0" i="0" dirty="0" err="1">
                <a:solidFill>
                  <a:srgbClr val="0070C0"/>
                </a:solidFill>
                <a:effectLst/>
                <a:latin typeface="NimbusRomNo9L-Regu"/>
              </a:rPr>
              <a:t>Benevides</a:t>
            </a:r>
            <a:r>
              <a:rPr lang="en-US" sz="1800" b="0" i="0" dirty="0">
                <a:solidFill>
                  <a:srgbClr val="0070C0"/>
                </a:solidFill>
                <a:effectLst/>
                <a:latin typeface="NimbusRomNo9L-Regu"/>
              </a:rPr>
              <a:t> da Costa, </a:t>
            </a:r>
            <a:r>
              <a:rPr lang="en-US" sz="1800" b="0" i="1" dirty="0">
                <a:solidFill>
                  <a:srgbClr val="0070C0"/>
                </a:solidFill>
                <a:effectLst/>
                <a:latin typeface="NimbusRomNo9L-ReguItal"/>
              </a:rPr>
              <a:t>Senior Member, IEEE</a:t>
            </a:r>
            <a:r>
              <a:rPr lang="en-US" sz="1800" b="0" i="0" dirty="0">
                <a:solidFill>
                  <a:srgbClr val="0070C0"/>
                </a:solidFill>
                <a:effectLst/>
                <a:latin typeface="NimbusRomNo9L-Regu"/>
              </a:rPr>
              <a:t>, and Quoc-Viet Pham, </a:t>
            </a:r>
            <a:r>
              <a:rPr lang="en-US" sz="1800" b="0" i="1" dirty="0">
                <a:solidFill>
                  <a:srgbClr val="0070C0"/>
                </a:solidFill>
                <a:effectLst/>
                <a:latin typeface="NimbusRomNo9L-ReguItal"/>
              </a:rPr>
              <a:t>Senior Member, IEEE</a:t>
            </a:r>
            <a:r>
              <a:rPr lang="en-US" dirty="0">
                <a:solidFill>
                  <a:srgbClr val="0070C0"/>
                </a:solidFill>
              </a:rPr>
              <a:t> </a:t>
            </a:r>
            <a:br>
              <a:rPr lang="en-US" dirty="0">
                <a:solidFill>
                  <a:srgbClr val="0070C0"/>
                </a:solidFill>
              </a:rPr>
            </a:br>
            <a:endParaRPr dirty="0">
              <a:solidFill>
                <a:srgbClr val="0070C0"/>
              </a:solidFill>
            </a:endParaRPr>
          </a:p>
        </p:txBody>
      </p:sp>
      <p:pic>
        <p:nvPicPr>
          <p:cNvPr id="256" name="Google Shape;256;p23"/>
          <p:cNvPicPr preferRelativeResize="0"/>
          <p:nvPr/>
        </p:nvPicPr>
        <p:blipFill>
          <a:blip r:embed="rId3">
            <a:alphaModFix/>
          </a:blip>
          <a:stretch>
            <a:fillRect/>
          </a:stretch>
        </p:blipFill>
        <p:spPr>
          <a:xfrm>
            <a:off x="9869817" y="5298103"/>
            <a:ext cx="777439" cy="777439"/>
          </a:xfrm>
          <a:prstGeom prst="rect">
            <a:avLst/>
          </a:prstGeom>
          <a:noFill/>
          <a:ln>
            <a:noFill/>
          </a:ln>
        </p:spPr>
      </p:pic>
      <p:pic>
        <p:nvPicPr>
          <p:cNvPr id="257" name="Google Shape;257;p23"/>
          <p:cNvPicPr preferRelativeResize="0"/>
          <p:nvPr/>
        </p:nvPicPr>
        <p:blipFill>
          <a:blip r:embed="rId3">
            <a:alphaModFix/>
          </a:blip>
          <a:stretch>
            <a:fillRect/>
          </a:stretch>
        </p:blipFill>
        <p:spPr>
          <a:xfrm>
            <a:off x="8750198" y="5776243"/>
            <a:ext cx="777439" cy="777439"/>
          </a:xfrm>
          <a:prstGeom prst="rect">
            <a:avLst/>
          </a:prstGeom>
          <a:noFill/>
          <a:ln>
            <a:noFill/>
          </a:ln>
        </p:spPr>
      </p:pic>
      <p:pic>
        <p:nvPicPr>
          <p:cNvPr id="258" name="Google Shape;258;p23"/>
          <p:cNvPicPr preferRelativeResize="0"/>
          <p:nvPr/>
        </p:nvPicPr>
        <p:blipFill>
          <a:blip r:embed="rId4">
            <a:alphaModFix/>
          </a:blip>
          <a:stretch>
            <a:fillRect/>
          </a:stretch>
        </p:blipFill>
        <p:spPr>
          <a:xfrm rot="-4131429">
            <a:off x="-560268" y="4298140"/>
            <a:ext cx="3367892" cy="370430"/>
          </a:xfrm>
          <a:prstGeom prst="rect">
            <a:avLst/>
          </a:prstGeom>
          <a:noFill/>
          <a:ln>
            <a:noFill/>
          </a:ln>
        </p:spPr>
      </p:pic>
      <p:grpSp>
        <p:nvGrpSpPr>
          <p:cNvPr id="259" name="Google Shape;259;p23"/>
          <p:cNvGrpSpPr/>
          <p:nvPr/>
        </p:nvGrpSpPr>
        <p:grpSpPr>
          <a:xfrm>
            <a:off x="8521540" y="5551890"/>
            <a:ext cx="1038154" cy="1047303"/>
            <a:chOff x="255550" y="1284450"/>
            <a:chExt cx="2544550" cy="2566975"/>
          </a:xfrm>
        </p:grpSpPr>
        <p:sp>
          <p:nvSpPr>
            <p:cNvPr id="260" name="Google Shape;260;p23"/>
            <p:cNvSpPr/>
            <p:nvPr/>
          </p:nvSpPr>
          <p:spPr>
            <a:xfrm>
              <a:off x="1771050" y="1284450"/>
              <a:ext cx="1029050" cy="2353850"/>
            </a:xfrm>
            <a:custGeom>
              <a:avLst/>
              <a:gdLst/>
              <a:ahLst/>
              <a:cxnLst/>
              <a:rect l="l" t="t" r="r" b="b"/>
              <a:pathLst>
                <a:path w="41162" h="94154" extrusionOk="0">
                  <a:moveTo>
                    <a:pt x="5501" y="1"/>
                  </a:moveTo>
                  <a:lnTo>
                    <a:pt x="1" y="61484"/>
                  </a:lnTo>
                  <a:lnTo>
                    <a:pt x="35645" y="94153"/>
                  </a:lnTo>
                  <a:lnTo>
                    <a:pt x="41162" y="32670"/>
                  </a:lnTo>
                  <a:lnTo>
                    <a:pt x="550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1" name="Google Shape;261;p23"/>
            <p:cNvSpPr/>
            <p:nvPr/>
          </p:nvSpPr>
          <p:spPr>
            <a:xfrm>
              <a:off x="1766475" y="1289850"/>
              <a:ext cx="1028225" cy="2344300"/>
            </a:xfrm>
            <a:custGeom>
              <a:avLst/>
              <a:gdLst/>
              <a:ahLst/>
              <a:cxnLst/>
              <a:rect l="l" t="t" r="r" b="b"/>
              <a:pathLst>
                <a:path w="41129" h="93772" extrusionOk="0">
                  <a:moveTo>
                    <a:pt x="5468" y="1"/>
                  </a:moveTo>
                  <a:lnTo>
                    <a:pt x="1" y="61102"/>
                  </a:lnTo>
                  <a:lnTo>
                    <a:pt x="35661" y="93771"/>
                  </a:lnTo>
                  <a:lnTo>
                    <a:pt x="41128"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2" name="Google Shape;262;p23"/>
            <p:cNvSpPr/>
            <p:nvPr/>
          </p:nvSpPr>
          <p:spPr>
            <a:xfrm>
              <a:off x="255550" y="2821550"/>
              <a:ext cx="2406625" cy="1029875"/>
            </a:xfrm>
            <a:custGeom>
              <a:avLst/>
              <a:gdLst/>
              <a:ahLst/>
              <a:cxnLst/>
              <a:rect l="l" t="t" r="r" b="b"/>
              <a:pathLst>
                <a:path w="96265" h="41195" extrusionOk="0">
                  <a:moveTo>
                    <a:pt x="60621" y="0"/>
                  </a:moveTo>
                  <a:lnTo>
                    <a:pt x="1" y="8525"/>
                  </a:lnTo>
                  <a:lnTo>
                    <a:pt x="35662" y="41194"/>
                  </a:lnTo>
                  <a:lnTo>
                    <a:pt x="96265" y="32669"/>
                  </a:lnTo>
                  <a:lnTo>
                    <a:pt x="60621" y="0"/>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3" name="Google Shape;263;p23"/>
            <p:cNvSpPr/>
            <p:nvPr/>
          </p:nvSpPr>
          <p:spPr>
            <a:xfrm>
              <a:off x="260950" y="2817375"/>
              <a:ext cx="2397075" cy="1028225"/>
            </a:xfrm>
            <a:custGeom>
              <a:avLst/>
              <a:gdLst/>
              <a:ahLst/>
              <a:cxnLst/>
              <a:rect l="l" t="t" r="r" b="b"/>
              <a:pathLst>
                <a:path w="95883" h="41129" extrusionOk="0">
                  <a:moveTo>
                    <a:pt x="60222" y="1"/>
                  </a:moveTo>
                  <a:lnTo>
                    <a:pt x="1" y="8459"/>
                  </a:lnTo>
                  <a:lnTo>
                    <a:pt x="35662" y="41128"/>
                  </a:lnTo>
                  <a:lnTo>
                    <a:pt x="95882" y="32670"/>
                  </a:lnTo>
                  <a:lnTo>
                    <a:pt x="60222"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4" name="Google Shape;264;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5" name="Google Shape;265;p23"/>
            <p:cNvSpPr/>
            <p:nvPr/>
          </p:nvSpPr>
          <p:spPr>
            <a:xfrm>
              <a:off x="260950" y="1501300"/>
              <a:ext cx="1028225" cy="2344300"/>
            </a:xfrm>
            <a:custGeom>
              <a:avLst/>
              <a:gdLst/>
              <a:ahLst/>
              <a:cxnLst/>
              <a:rect l="l" t="t" r="r" b="b"/>
              <a:pathLst>
                <a:path w="41129" h="93772" extrusionOk="0">
                  <a:moveTo>
                    <a:pt x="5468" y="1"/>
                  </a:moveTo>
                  <a:lnTo>
                    <a:pt x="1" y="61102"/>
                  </a:lnTo>
                  <a:lnTo>
                    <a:pt x="35662" y="93771"/>
                  </a:lnTo>
                  <a:lnTo>
                    <a:pt x="41129" y="32670"/>
                  </a:lnTo>
                  <a:lnTo>
                    <a:pt x="5468"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6" name="Google Shape;266;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67" name="Google Shape;267;p23"/>
            <p:cNvSpPr/>
            <p:nvPr/>
          </p:nvSpPr>
          <p:spPr>
            <a:xfrm>
              <a:off x="397650" y="1289850"/>
              <a:ext cx="2397050" cy="1028225"/>
            </a:xfrm>
            <a:custGeom>
              <a:avLst/>
              <a:gdLst/>
              <a:ahLst/>
              <a:cxnLst/>
              <a:rect l="l" t="t" r="r" b="b"/>
              <a:pathLst>
                <a:path w="95882" h="41129" extrusionOk="0">
                  <a:moveTo>
                    <a:pt x="60221" y="1"/>
                  </a:moveTo>
                  <a:lnTo>
                    <a:pt x="0" y="8459"/>
                  </a:lnTo>
                  <a:lnTo>
                    <a:pt x="35661" y="41128"/>
                  </a:lnTo>
                  <a:lnTo>
                    <a:pt x="95881" y="32670"/>
                  </a:lnTo>
                  <a:lnTo>
                    <a:pt x="60221" y="1"/>
                  </a:lnTo>
                  <a:close/>
                </a:path>
              </a:pathLst>
            </a:custGeom>
            <a:solidFill>
              <a:srgbClr val="F4F1E6"/>
            </a:solidFill>
            <a:ln w="15775" cap="flat" cmpd="sng">
              <a:solidFill>
                <a:srgbClr val="000000"/>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sp>
        <p:nvSpPr>
          <p:cNvPr id="4" name="TextBox 3">
            <a:extLst>
              <a:ext uri="{FF2B5EF4-FFF2-40B4-BE49-F238E27FC236}">
                <a16:creationId xmlns:a16="http://schemas.microsoft.com/office/drawing/2014/main" id="{74D239A9-D653-CBEE-FD0A-E77703521CAB}"/>
              </a:ext>
            </a:extLst>
          </p:cNvPr>
          <p:cNvSpPr txBox="1"/>
          <p:nvPr/>
        </p:nvSpPr>
        <p:spPr>
          <a:xfrm>
            <a:off x="4592920" y="4880498"/>
            <a:ext cx="3924928" cy="923330"/>
          </a:xfrm>
          <a:prstGeom prst="rect">
            <a:avLst/>
          </a:prstGeom>
          <a:noFill/>
        </p:spPr>
        <p:txBody>
          <a:bodyPr wrap="square">
            <a:spAutoFit/>
          </a:bodyPr>
          <a:lstStyle/>
          <a:p>
            <a:r>
              <a:rPr lang="en-US" b="1" dirty="0">
                <a:solidFill>
                  <a:srgbClr val="002060"/>
                </a:solidFill>
              </a:rPr>
              <a:t>Presentation: Huan Nguyen-Duy</a:t>
            </a:r>
          </a:p>
          <a:p>
            <a:r>
              <a:rPr lang="en-US" b="1" dirty="0">
                <a:solidFill>
                  <a:srgbClr val="002060"/>
                </a:solidFill>
              </a:rPr>
              <a:t>Student ID: 2390703</a:t>
            </a:r>
          </a:p>
          <a:p>
            <a:r>
              <a:rPr lang="en-US" b="1" dirty="0">
                <a:solidFill>
                  <a:srgbClr val="002060"/>
                </a:solidFill>
              </a:rPr>
              <a:t>Supervisor: </a:t>
            </a:r>
            <a:r>
              <a:rPr lang="en-US" b="1" dirty="0" err="1">
                <a:solidFill>
                  <a:srgbClr val="002060"/>
                </a:solidFill>
              </a:rPr>
              <a:t>Dr.Tan</a:t>
            </a:r>
            <a:r>
              <a:rPr lang="en-US" b="1" dirty="0">
                <a:solidFill>
                  <a:srgbClr val="002060"/>
                </a:solidFill>
              </a:rPr>
              <a:t> Do-Duy</a:t>
            </a:r>
          </a:p>
        </p:txBody>
      </p:sp>
      <p:pic>
        <p:nvPicPr>
          <p:cNvPr id="1028" name="Picture 4" descr="Khảo sát HCMUTE">
            <a:extLst>
              <a:ext uri="{FF2B5EF4-FFF2-40B4-BE49-F238E27FC236}">
                <a16:creationId xmlns:a16="http://schemas.microsoft.com/office/drawing/2014/main" id="{67F5956A-F32B-415E-D07F-1C170CEC69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70142" y="258807"/>
            <a:ext cx="5051715" cy="227759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Preview</a:t>
            </a:r>
            <a:endParaRPr sz="2800" dirty="0"/>
          </a:p>
        </p:txBody>
      </p:sp>
      <p:graphicFrame>
        <p:nvGraphicFramePr>
          <p:cNvPr id="273" name="Google Shape;273;p24"/>
          <p:cNvGraphicFramePr/>
          <p:nvPr>
            <p:extLst>
              <p:ext uri="{D42A27DB-BD31-4B8C-83A1-F6EECF244321}">
                <p14:modId xmlns:p14="http://schemas.microsoft.com/office/powerpoint/2010/main" val="2148429617"/>
              </p:ext>
            </p:extLst>
          </p:nvPr>
        </p:nvGraphicFramePr>
        <p:xfrm>
          <a:off x="1036320" y="932010"/>
          <a:ext cx="10119360" cy="5763625"/>
        </p:xfrm>
        <a:graphic>
          <a:graphicData uri="http://schemas.openxmlformats.org/drawingml/2006/table">
            <a:tbl>
              <a:tblPr>
                <a:noFill/>
              </a:tblPr>
              <a:tblGrid>
                <a:gridCol w="3058900">
                  <a:extLst>
                    <a:ext uri="{9D8B030D-6E8A-4147-A177-3AD203B41FA5}">
                      <a16:colId xmlns:a16="http://schemas.microsoft.com/office/drawing/2014/main" val="20000"/>
                    </a:ext>
                  </a:extLst>
                </a:gridCol>
                <a:gridCol w="7060460">
                  <a:extLst>
                    <a:ext uri="{9D8B030D-6E8A-4147-A177-3AD203B41FA5}">
                      <a16:colId xmlns:a16="http://schemas.microsoft.com/office/drawing/2014/main" val="20001"/>
                    </a:ext>
                  </a:extLst>
                </a:gridCol>
              </a:tblGrid>
              <a:tr h="32078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IEEE EPLORE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rgbClr val="FF0000"/>
                          </a:solidFill>
                          <a:latin typeface="Space Mono"/>
                          <a:ea typeface="Space Mono"/>
                          <a:cs typeface="Space Mono"/>
                          <a:sym typeface="Space Mono"/>
                        </a:rPr>
                        <a:t>Journals &amp; Magazine</a:t>
                      </a:r>
                      <a:endParaRPr sz="1400" dirty="0">
                        <a:solidFill>
                          <a:srgbClr val="FF000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431256">
                <a:tc>
                  <a:txBody>
                    <a:bodyPr/>
                    <a:lstStyle/>
                    <a:p>
                      <a:pPr marL="0" lvl="0" indent="0" algn="l" rtl="0">
                        <a:spcBef>
                          <a:spcPts val="0"/>
                        </a:spcBef>
                        <a:spcAft>
                          <a:spcPts val="0"/>
                        </a:spcAft>
                        <a:buNone/>
                      </a:pPr>
                      <a:r>
                        <a:rPr lang="en-US" sz="1400" b="1" dirty="0">
                          <a:solidFill>
                            <a:schemeClr val="dk1"/>
                          </a:solidFill>
                          <a:latin typeface="Space Mono"/>
                          <a:ea typeface="Space Mono"/>
                          <a:cs typeface="Space Mono"/>
                          <a:sym typeface="Space Mono"/>
                        </a:rPr>
                        <a:t>IEEE Transactions on Vehicular Technology</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US" sz="1400" dirty="0">
                          <a:solidFill>
                            <a:srgbClr val="0070C0"/>
                          </a:solidFill>
                          <a:latin typeface="Space Mono"/>
                          <a:ea typeface="Space Mono"/>
                          <a:cs typeface="Space Mono"/>
                          <a:sym typeface="Space Mono"/>
                        </a:rPr>
                        <a:t>Improved Waveform Classification for Integrated Radar-Communication 6 G Systems Via Convolutional Neural Networks</a:t>
                      </a:r>
                      <a:endParaRPr sz="1400" dirty="0">
                        <a:solidFill>
                          <a:srgbClr val="0070C0"/>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628642">
                <a:tc>
                  <a:txBody>
                    <a:bodyPr/>
                    <a:lstStyle/>
                    <a:p>
                      <a:pPr marL="0" lvl="0" indent="0" algn="l" rtl="0">
                        <a:spcBef>
                          <a:spcPts val="0"/>
                        </a:spcBef>
                        <a:spcAft>
                          <a:spcPts val="0"/>
                        </a:spcAft>
                        <a:buNone/>
                      </a:pPr>
                      <a:r>
                        <a:rPr lang="en" sz="1400" b="1" dirty="0">
                          <a:solidFill>
                            <a:schemeClr val="hlink"/>
                          </a:solidFill>
                          <a:uFill>
                            <a:noFill/>
                          </a:uFill>
                          <a:latin typeface="Space Mono"/>
                          <a:ea typeface="Space Mono"/>
                          <a:cs typeface="Space Mono"/>
                          <a:sym typeface="Space Mono"/>
                        </a:rPr>
                        <a:t>Cite</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US" sz="1400" dirty="0">
                          <a:solidFill>
                            <a:schemeClr val="dk1"/>
                          </a:solidFill>
                          <a:latin typeface="Space Mono"/>
                          <a:ea typeface="Space Mono"/>
                          <a:cs typeface="Space Mono"/>
                          <a:sym typeface="Space Mono"/>
                        </a:rPr>
                        <a:t>T. Huynh-The, N. C. Luong, H. Phan, D. B. da Costa and Q. -V. Pham, "Improved Waveform Classification for Integrated Radar-Communication 6 G Systems Via Convolutional Neural Networks," in IEEE Transactions on Vehicular Technology, doi: 10.1109/TVT.2024.3384918.</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20782">
                <a:tc>
                  <a:txBody>
                    <a:bodyPr/>
                    <a:lstStyle/>
                    <a:p>
                      <a:pPr marL="0" lvl="0" indent="0" algn="l" rtl="0">
                        <a:spcBef>
                          <a:spcPts val="0"/>
                        </a:spcBef>
                        <a:spcAft>
                          <a:spcPts val="0"/>
                        </a:spcAft>
                        <a:buNone/>
                      </a:pPr>
                      <a:r>
                        <a:rPr lang="en-US" sz="1400" b="1" dirty="0">
                          <a:solidFill>
                            <a:schemeClr val="hlink"/>
                          </a:solidFill>
                          <a:uFill>
                            <a:noFill/>
                          </a:uFill>
                          <a:latin typeface="Space Mono"/>
                          <a:ea typeface="Space Mono"/>
                          <a:cs typeface="Space Mono"/>
                          <a:sym typeface="Space Mono"/>
                        </a:rPr>
                        <a:t>Date of Publication</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solidFill>
                            <a:schemeClr val="dk1"/>
                          </a:solidFill>
                          <a:latin typeface="Space Mono"/>
                          <a:ea typeface="Space Mono"/>
                          <a:cs typeface="Space Mono"/>
                          <a:sym typeface="Space Mono"/>
                        </a:rPr>
                        <a:t>04 April 2024</a:t>
                      </a:r>
                      <a:endParaRPr sz="1400"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4050725">
                <a:tc>
                  <a:txBody>
                    <a:bodyPr/>
                    <a:lstStyle/>
                    <a:p>
                      <a:pPr marL="0" lvl="0" indent="0" algn="l" rtl="0">
                        <a:spcBef>
                          <a:spcPts val="0"/>
                        </a:spcBef>
                        <a:spcAft>
                          <a:spcPts val="0"/>
                        </a:spcAft>
                        <a:buNone/>
                      </a:pPr>
                      <a:r>
                        <a:rPr lang="en" sz="1400" b="1" dirty="0">
                          <a:solidFill>
                            <a:schemeClr val="dk1"/>
                          </a:solidFill>
                          <a:latin typeface="Space Mono"/>
                          <a:ea typeface="Space Mono"/>
                          <a:cs typeface="Space Mono"/>
                          <a:sym typeface="Space Mono"/>
                        </a:rPr>
                        <a:t>Authors</a:t>
                      </a:r>
                      <a:endParaRPr sz="1400" b="1" dirty="0">
                        <a:solidFill>
                          <a:schemeClr val="dk1"/>
                        </a:solidFill>
                        <a:latin typeface="Space Mono"/>
                        <a:ea typeface="Space Mono"/>
                        <a:cs typeface="Space Mono"/>
                        <a:sym typeface="Space Mono"/>
                      </a:endParaRP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tc>
                  <a:txBody>
                    <a:bodyPr/>
                    <a:lstStyle/>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Thien Huynh-The</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Nguyen Cong Luong</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Faculty of Computer Science, </a:t>
                      </a:r>
                      <a:r>
                        <a:rPr lang="en-US" sz="1400" dirty="0" err="1">
                          <a:solidFill>
                            <a:schemeClr val="dk1"/>
                          </a:solidFill>
                          <a:latin typeface="Space Mono"/>
                          <a:ea typeface="Space Mono"/>
                          <a:cs typeface="Space Mono"/>
                          <a:sym typeface="Space Mono"/>
                        </a:rPr>
                        <a:t>Phenikaa</a:t>
                      </a:r>
                      <a:r>
                        <a:rPr lang="en-US" sz="1400" dirty="0">
                          <a:solidFill>
                            <a:schemeClr val="dk1"/>
                          </a:solidFill>
                          <a:latin typeface="Space Mono"/>
                          <a:ea typeface="Space Mono"/>
                          <a:cs typeface="Space Mono"/>
                          <a:sym typeface="Space Mono"/>
                        </a:rPr>
                        <a:t> University,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Hoc Phan</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Computer and Communications Engineering, Ho Chi Minh City University of Technology and Education, Ho Chi Minh City, Vietnam</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Daniel </a:t>
                      </a:r>
                      <a:r>
                        <a:rPr lang="en-US" sz="1400" b="1" dirty="0" err="1">
                          <a:solidFill>
                            <a:srgbClr val="0070C0"/>
                          </a:solidFill>
                          <a:latin typeface="Space Mono"/>
                          <a:ea typeface="Space Mono"/>
                          <a:cs typeface="Space Mono"/>
                          <a:sym typeface="Space Mono"/>
                        </a:rPr>
                        <a:t>Benevides</a:t>
                      </a:r>
                      <a:r>
                        <a:rPr lang="en-US" sz="1400" b="1" dirty="0">
                          <a:solidFill>
                            <a:srgbClr val="0070C0"/>
                          </a:solidFill>
                          <a:latin typeface="Space Mono"/>
                          <a:ea typeface="Space Mono"/>
                          <a:cs typeface="Space Mono"/>
                          <a:sym typeface="Space Mono"/>
                        </a:rPr>
                        <a:t> da Costa</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Department of Electrical Engineering, King Fahd University of Petroleum &amp; Minerals, Dhahran, Saudi Arabia</a:t>
                      </a:r>
                    </a:p>
                    <a:p>
                      <a:pPr marL="0" lvl="0" indent="0" algn="l" rtl="0">
                        <a:spcBef>
                          <a:spcPts val="0"/>
                        </a:spcBef>
                        <a:spcAft>
                          <a:spcPts val="600"/>
                        </a:spcAft>
                        <a:buNone/>
                      </a:pPr>
                      <a:r>
                        <a:rPr lang="en-US" sz="1400" b="1" dirty="0">
                          <a:solidFill>
                            <a:srgbClr val="0070C0"/>
                          </a:solidFill>
                          <a:latin typeface="Space Mono"/>
                          <a:ea typeface="Space Mono"/>
                          <a:cs typeface="Space Mono"/>
                          <a:sym typeface="Space Mono"/>
                        </a:rPr>
                        <a:t>Quoc-Viet Pham</a:t>
                      </a:r>
                    </a:p>
                    <a:p>
                      <a:pPr marL="0" lvl="0" indent="0" algn="l" rtl="0">
                        <a:spcBef>
                          <a:spcPts val="0"/>
                        </a:spcBef>
                        <a:spcAft>
                          <a:spcPts val="600"/>
                        </a:spcAft>
                        <a:buNone/>
                      </a:pPr>
                      <a:r>
                        <a:rPr lang="en-US" sz="1400" dirty="0">
                          <a:solidFill>
                            <a:schemeClr val="dk1"/>
                          </a:solidFill>
                          <a:latin typeface="Space Mono"/>
                          <a:ea typeface="Space Mono"/>
                          <a:cs typeface="Space Mono"/>
                          <a:sym typeface="Space Mono"/>
                        </a:rPr>
                        <a:t>School of Computer Science and Statistics, Trinity College Dublin, Ireland</a:t>
                      </a:r>
                    </a:p>
                  </a:txBody>
                  <a:tcPr marL="36281" marR="36281" marT="0" marB="0"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19050"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ABSTRACT</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5" name="TextBox 4">
            <a:extLst>
              <a:ext uri="{FF2B5EF4-FFF2-40B4-BE49-F238E27FC236}">
                <a16:creationId xmlns:a16="http://schemas.microsoft.com/office/drawing/2014/main" id="{61FC6890-3ECF-6A8C-93B8-BD7D88547BD6}"/>
              </a:ext>
            </a:extLst>
          </p:cNvPr>
          <p:cNvSpPr txBox="1"/>
          <p:nvPr/>
        </p:nvSpPr>
        <p:spPr>
          <a:xfrm>
            <a:off x="805180" y="953146"/>
            <a:ext cx="10581640" cy="3693319"/>
          </a:xfrm>
          <a:prstGeom prst="rect">
            <a:avLst/>
          </a:prstGeom>
          <a:noFill/>
        </p:spPr>
        <p:txBody>
          <a:bodyPr wrap="square">
            <a:spAutoFit/>
          </a:bodyPr>
          <a:lstStyle/>
          <a:p>
            <a:pPr algn="just"/>
            <a:r>
              <a:rPr lang="en-US" dirty="0"/>
              <a:t>To overcome the spectrum congestion problem in next-generation wireless networks, an integrated radar-communication system with spectrum sharing becomes a promising solution, wherein radar and communication signals can be discriminated by means of modulated waveforms. </a:t>
            </a:r>
            <a:r>
              <a:rPr lang="en-US" dirty="0">
                <a:highlight>
                  <a:srgbClr val="FFFF00"/>
                </a:highlight>
              </a:rPr>
              <a:t>This letter presents an efficient radar-communication waveform classification method by taking advantage of the combination of smooth pseudo Wigner-Ville distribution-based time-frequency analysis and deep learning to achieve a good trade-off between complexity and accuracy</a:t>
            </a:r>
            <a:r>
              <a:rPr lang="en-US" dirty="0"/>
              <a:t>. To this end, a high-performance convolutional network, namely the radar-communication waveform recognition network (</a:t>
            </a:r>
            <a:r>
              <a:rPr lang="en-US" dirty="0" err="1"/>
              <a:t>RadComNet</a:t>
            </a:r>
            <a:r>
              <a:rPr lang="en-US" dirty="0"/>
              <a:t>), is designed with multiple cutting-edge techniques and advanced structures, including </a:t>
            </a:r>
            <a:r>
              <a:rPr lang="en-US" dirty="0" err="1"/>
              <a:t>depthwise</a:t>
            </a:r>
            <a:r>
              <a:rPr lang="en-US" dirty="0"/>
              <a:t> convolution for complexity reduction and residual connection and multi-level attention mechanisms for learning efficiency enhancement. Relying on the simulation results acquired on a synthetic signal dataset of 12 radar and communication waveform types with the presence of channel impairments, our proposed method shows superiority over other classification approaches and deep models in terms of accuracy and complexity.</a:t>
            </a:r>
          </a:p>
        </p:txBody>
      </p:sp>
    </p:spTree>
    <p:extLst>
      <p:ext uri="{BB962C8B-B14F-4D97-AF65-F5344CB8AC3E}">
        <p14:creationId xmlns:p14="http://schemas.microsoft.com/office/powerpoint/2010/main" val="12700875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OUTLINE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4" name="TextBox 3">
            <a:extLst>
              <a:ext uri="{FF2B5EF4-FFF2-40B4-BE49-F238E27FC236}">
                <a16:creationId xmlns:a16="http://schemas.microsoft.com/office/drawing/2014/main" id="{FC090FE4-2795-5216-68DC-B96DDADA3370}"/>
              </a:ext>
            </a:extLst>
          </p:cNvPr>
          <p:cNvSpPr txBox="1"/>
          <p:nvPr/>
        </p:nvSpPr>
        <p:spPr>
          <a:xfrm>
            <a:off x="947420" y="864355"/>
            <a:ext cx="4518660" cy="5129289"/>
          </a:xfrm>
          <a:prstGeom prst="rect">
            <a:avLst/>
          </a:prstGeom>
          <a:noFill/>
        </p:spPr>
        <p:txBody>
          <a:bodyPr wrap="square">
            <a:spAutoFit/>
          </a:bodyPr>
          <a:lstStyle/>
          <a:p>
            <a:pPr marL="285750" indent="-285750" algn="just">
              <a:lnSpc>
                <a:spcPct val="200000"/>
              </a:lnSpc>
              <a:buFont typeface="Wingdings" panose="05000000000000000000" pitchFamily="2" charset="2"/>
              <a:buChar char="q"/>
            </a:pPr>
            <a:r>
              <a:rPr lang="en-US" sz="2800" b="1" dirty="0">
                <a:latin typeface="Space Mono" panose="020B0604020202020204" charset="0"/>
              </a:rPr>
              <a:t>MOTIVATION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CONTRIBUTION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INTRODUCTION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SOLUTION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EVALUTION</a:t>
            </a:r>
          </a:p>
          <a:p>
            <a:pPr marL="285750" indent="-285750" algn="just">
              <a:lnSpc>
                <a:spcPct val="200000"/>
              </a:lnSpc>
              <a:buFont typeface="Wingdings" panose="05000000000000000000" pitchFamily="2" charset="2"/>
              <a:buChar char="q"/>
            </a:pPr>
            <a:r>
              <a:rPr lang="en-US" sz="2800" b="1" dirty="0">
                <a:latin typeface="Space Mono" panose="020B0604020202020204" charset="0"/>
              </a:rPr>
              <a:t>CONCLUSION</a:t>
            </a:r>
          </a:p>
        </p:txBody>
      </p:sp>
      <p:pic>
        <p:nvPicPr>
          <p:cNvPr id="6" name="Picture 5">
            <a:extLst>
              <a:ext uri="{FF2B5EF4-FFF2-40B4-BE49-F238E27FC236}">
                <a16:creationId xmlns:a16="http://schemas.microsoft.com/office/drawing/2014/main" id="{E438F8F7-44DD-A48A-3227-9E7786A373F0}"/>
              </a:ext>
            </a:extLst>
          </p:cNvPr>
          <p:cNvPicPr>
            <a:picLocks noChangeAspect="1"/>
          </p:cNvPicPr>
          <p:nvPr/>
        </p:nvPicPr>
        <p:blipFill>
          <a:blip r:embed="rId3"/>
          <a:stretch>
            <a:fillRect/>
          </a:stretch>
        </p:blipFill>
        <p:spPr>
          <a:xfrm>
            <a:off x="6296271" y="932010"/>
            <a:ext cx="4890313" cy="1411576"/>
          </a:xfrm>
          <a:prstGeom prst="rect">
            <a:avLst/>
          </a:prstGeom>
        </p:spPr>
      </p:pic>
      <p:pic>
        <p:nvPicPr>
          <p:cNvPr id="7" name="Picture 6">
            <a:extLst>
              <a:ext uri="{FF2B5EF4-FFF2-40B4-BE49-F238E27FC236}">
                <a16:creationId xmlns:a16="http://schemas.microsoft.com/office/drawing/2014/main" id="{1FA76C84-29AD-0266-FD8C-3E750D4D5992}"/>
              </a:ext>
            </a:extLst>
          </p:cNvPr>
          <p:cNvPicPr>
            <a:picLocks noChangeAspect="1"/>
          </p:cNvPicPr>
          <p:nvPr/>
        </p:nvPicPr>
        <p:blipFill>
          <a:blip r:embed="rId4"/>
          <a:stretch>
            <a:fillRect/>
          </a:stretch>
        </p:blipFill>
        <p:spPr>
          <a:xfrm>
            <a:off x="6337083" y="2406418"/>
            <a:ext cx="3148429" cy="2229368"/>
          </a:xfrm>
          <a:prstGeom prst="rect">
            <a:avLst/>
          </a:prstGeom>
        </p:spPr>
      </p:pic>
      <p:pic>
        <p:nvPicPr>
          <p:cNvPr id="8" name="Picture 7">
            <a:extLst>
              <a:ext uri="{FF2B5EF4-FFF2-40B4-BE49-F238E27FC236}">
                <a16:creationId xmlns:a16="http://schemas.microsoft.com/office/drawing/2014/main" id="{5DC11FD1-94D2-CACD-126D-F53FEBF60B9C}"/>
              </a:ext>
            </a:extLst>
          </p:cNvPr>
          <p:cNvPicPr>
            <a:picLocks noChangeAspect="1"/>
          </p:cNvPicPr>
          <p:nvPr/>
        </p:nvPicPr>
        <p:blipFill>
          <a:blip r:embed="rId5"/>
          <a:stretch>
            <a:fillRect/>
          </a:stretch>
        </p:blipFill>
        <p:spPr>
          <a:xfrm>
            <a:off x="6296271" y="4680478"/>
            <a:ext cx="4890312" cy="1914337"/>
          </a:xfrm>
          <a:prstGeom prst="rect">
            <a:avLst/>
          </a:prstGeom>
        </p:spPr>
      </p:pic>
    </p:spTree>
    <p:extLst>
      <p:ext uri="{BB962C8B-B14F-4D97-AF65-F5344CB8AC3E}">
        <p14:creationId xmlns:p14="http://schemas.microsoft.com/office/powerpoint/2010/main" val="1169462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 sz="2800" dirty="0"/>
              <a:t>MOTIVATION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947420" y="804766"/>
            <a:ext cx="10472420" cy="557530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Reality and Demand in next 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wide bandwidths for high performance in the next-generation wireless network.</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Demand of accurately identified and classified types of spectrum base on waveform in limited resource.</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Recognition radar waveform in autonomous vehicles that requires highly accurate detection in limited resource.</a:t>
            </a:r>
          </a:p>
          <a:p>
            <a:pPr marL="342900" indent="-342900" algn="just">
              <a:lnSpc>
                <a:spcPct val="150000"/>
              </a:lnSpc>
              <a:buFont typeface="Wingdings" panose="05000000000000000000" pitchFamily="2" charset="2"/>
              <a:buChar char="q"/>
            </a:pPr>
            <a:r>
              <a:rPr lang="en-US" sz="2000" b="1" dirty="0">
                <a:latin typeface="Space Mono" panose="020B0604020202020204" charset="0"/>
              </a:rPr>
              <a:t>Solution for recognition and classification waveform</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Deep learning is exploited for radar recognition and communication modulation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Proposing solution to reduce the size of deep learning network to reach highly accuracy and performance that have ability to deploy in limited resource devices.</a:t>
            </a:r>
          </a:p>
        </p:txBody>
      </p:sp>
    </p:spTree>
    <p:extLst>
      <p:ext uri="{BB962C8B-B14F-4D97-AF65-F5344CB8AC3E}">
        <p14:creationId xmlns:p14="http://schemas.microsoft.com/office/powerpoint/2010/main" val="3714122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CONTRIBUTION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2" name="TextBox 1">
            <a:extLst>
              <a:ext uri="{FF2B5EF4-FFF2-40B4-BE49-F238E27FC236}">
                <a16:creationId xmlns:a16="http://schemas.microsoft.com/office/drawing/2014/main" id="{1D40E280-1707-A9BC-7745-61F03D912D0C}"/>
              </a:ext>
            </a:extLst>
          </p:cNvPr>
          <p:cNvSpPr txBox="1"/>
          <p:nvPr/>
        </p:nvSpPr>
        <p:spPr>
          <a:xfrm>
            <a:off x="859790" y="1146056"/>
            <a:ext cx="10472420" cy="4651979"/>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b="1" dirty="0">
                <a:latin typeface="Space Mono" panose="020B0604020202020204" charset="0"/>
              </a:rPr>
              <a:t>The smooth pseudo WVD (SPWVD) recognition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De-composing a signal into high-resolution time-frequency representation.</a:t>
            </a:r>
          </a:p>
          <a:p>
            <a:pPr marL="342900" indent="-342900" algn="just">
              <a:lnSpc>
                <a:spcPct val="150000"/>
              </a:lnSpc>
              <a:buFont typeface="Wingdings" panose="05000000000000000000" pitchFamily="2" charset="2"/>
              <a:buChar char="q"/>
            </a:pPr>
            <a:r>
              <a:rPr lang="en-US" sz="2000" b="1" dirty="0">
                <a:latin typeface="Space Mono" panose="020B0604020202020204" charset="0"/>
              </a:rPr>
              <a:t>Waveform-based radar and communication signal classification</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Design a deep learning network that utilizes cutting edge deep learning architecture.</a:t>
            </a:r>
          </a:p>
          <a:p>
            <a:pPr marL="800100" lvl="1" indent="-342900" algn="just">
              <a:lnSpc>
                <a:spcPct val="150000"/>
              </a:lnSpc>
              <a:buFont typeface="Wingdings" panose="05000000000000000000" pitchFamily="2" charset="2"/>
              <a:buChar char="F"/>
            </a:pPr>
            <a:r>
              <a:rPr lang="en-US" sz="2000" dirty="0">
                <a:latin typeface="Space Mono" panose="020B0604020202020204" charset="0"/>
              </a:rPr>
              <a:t>Applying modern connection structure (depth-wise convolution, residual connection, and attention mechanism)</a:t>
            </a:r>
          </a:p>
          <a:p>
            <a:pPr marL="342900" indent="-342900" algn="just">
              <a:lnSpc>
                <a:spcPct val="150000"/>
              </a:lnSpc>
              <a:buFont typeface="Wingdings" panose="05000000000000000000" pitchFamily="2" charset="2"/>
              <a:buChar char="q"/>
            </a:pPr>
            <a:r>
              <a:rPr lang="en-US" sz="2000" b="1" dirty="0">
                <a:latin typeface="Space Mono" panose="020B0604020202020204" charset="0"/>
              </a:rPr>
              <a:t>Performance evaluation by Mat-Lab simulation tool</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Generating a synthetic signal data set that comprise 12 radar and communication types.</a:t>
            </a:r>
          </a:p>
          <a:p>
            <a:pPr marL="800100" lvl="1" indent="-342900" algn="just">
              <a:lnSpc>
                <a:spcPct val="150000"/>
              </a:lnSpc>
              <a:buFont typeface="Wingdings" panose="05000000000000000000" pitchFamily="2" charset="2"/>
              <a:buChar char=""/>
            </a:pPr>
            <a:r>
              <a:rPr lang="en-US" sz="2000" dirty="0">
                <a:latin typeface="Space Mono" panose="020B0604020202020204" charset="0"/>
              </a:rPr>
              <a:t>Proposing deep model that reduces complexity and increase accuracy.</a:t>
            </a:r>
          </a:p>
        </p:txBody>
      </p:sp>
    </p:spTree>
    <p:extLst>
      <p:ext uri="{BB962C8B-B14F-4D97-AF65-F5344CB8AC3E}">
        <p14:creationId xmlns:p14="http://schemas.microsoft.com/office/powerpoint/2010/main" val="268103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Overview</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processing framework of our proposed DL-Based waveform recognition in radar-communication</a:t>
            </a:r>
          </a:p>
        </p:txBody>
      </p:sp>
      <p:pic>
        <p:nvPicPr>
          <p:cNvPr id="7" name="Picture 6">
            <a:extLst>
              <a:ext uri="{FF2B5EF4-FFF2-40B4-BE49-F238E27FC236}">
                <a16:creationId xmlns:a16="http://schemas.microsoft.com/office/drawing/2014/main" id="{5ACCB6F6-E618-43D6-E7E6-5FFB2DFBE237}"/>
              </a:ext>
            </a:extLst>
          </p:cNvPr>
          <p:cNvPicPr>
            <a:picLocks noChangeAspect="1"/>
          </p:cNvPicPr>
          <p:nvPr/>
        </p:nvPicPr>
        <p:blipFill>
          <a:blip r:embed="rId3"/>
          <a:stretch>
            <a:fillRect/>
          </a:stretch>
        </p:blipFill>
        <p:spPr>
          <a:xfrm>
            <a:off x="428828" y="2439910"/>
            <a:ext cx="11334344" cy="3386537"/>
          </a:xfrm>
          <a:prstGeom prst="rect">
            <a:avLst/>
          </a:prstGeom>
        </p:spPr>
      </p:pic>
    </p:spTree>
    <p:extLst>
      <p:ext uri="{BB962C8B-B14F-4D97-AF65-F5344CB8AC3E}">
        <p14:creationId xmlns:p14="http://schemas.microsoft.com/office/powerpoint/2010/main" val="16400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079762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67555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Signal Model</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6994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complex received signal is illustrated by: </a:t>
            </a:r>
          </a:p>
        </p:txBody>
      </p:sp>
      <p:pic>
        <p:nvPicPr>
          <p:cNvPr id="6" name="Picture 5">
            <a:extLst>
              <a:ext uri="{FF2B5EF4-FFF2-40B4-BE49-F238E27FC236}">
                <a16:creationId xmlns:a16="http://schemas.microsoft.com/office/drawing/2014/main" id="{9F1128C0-05C2-ED78-028A-AB4947B960F2}"/>
              </a:ext>
            </a:extLst>
          </p:cNvPr>
          <p:cNvPicPr>
            <a:picLocks noChangeAspect="1"/>
          </p:cNvPicPr>
          <p:nvPr/>
        </p:nvPicPr>
        <p:blipFill>
          <a:blip r:embed="rId3"/>
          <a:stretch>
            <a:fillRect/>
          </a:stretch>
        </p:blipFill>
        <p:spPr>
          <a:xfrm>
            <a:off x="1657071" y="2599246"/>
            <a:ext cx="4001058" cy="504895"/>
          </a:xfrm>
          <a:prstGeom prst="rect">
            <a:avLst/>
          </a:prstGeom>
        </p:spPr>
      </p:pic>
      <p:sp>
        <p:nvSpPr>
          <p:cNvPr id="9" name="TextBox 8">
            <a:extLst>
              <a:ext uri="{FF2B5EF4-FFF2-40B4-BE49-F238E27FC236}">
                <a16:creationId xmlns:a16="http://schemas.microsoft.com/office/drawing/2014/main" id="{2B7AD4D1-ED44-C9DF-07BD-F4B4964E9958}"/>
              </a:ext>
            </a:extLst>
          </p:cNvPr>
          <p:cNvSpPr txBox="1"/>
          <p:nvPr/>
        </p:nvSpPr>
        <p:spPr>
          <a:xfrm>
            <a:off x="1439844" y="3331152"/>
            <a:ext cx="10472420" cy="1881990"/>
          </a:xfrm>
          <a:prstGeom prst="rect">
            <a:avLst/>
          </a:prstGeom>
          <a:noFill/>
        </p:spPr>
        <p:txBody>
          <a:bodyPr wrap="square">
            <a:spAutoFit/>
          </a:bodyPr>
          <a:lstStyle/>
          <a:p>
            <a:pPr marL="285750" indent="-285750" algn="just">
              <a:lnSpc>
                <a:spcPct val="150000"/>
              </a:lnSpc>
              <a:buFont typeface="Wingdings" panose="05000000000000000000" pitchFamily="2" charset="2"/>
              <a:buChar char="q"/>
            </a:pPr>
            <a:r>
              <a:rPr lang="en-US" sz="2000" dirty="0">
                <a:latin typeface="Space Mono" panose="020B0604020202020204" charset="0"/>
              </a:rPr>
              <a:t>X(k) : the transmitted radio signal</a:t>
            </a:r>
          </a:p>
          <a:p>
            <a:pPr marL="285750" indent="-285750" algn="just">
              <a:lnSpc>
                <a:spcPct val="150000"/>
              </a:lnSpc>
              <a:buFont typeface="Wingdings" panose="05000000000000000000" pitchFamily="2" charset="2"/>
              <a:buChar char="q"/>
            </a:pPr>
            <a:r>
              <a:rPr lang="en-US" sz="2000" dirty="0">
                <a:latin typeface="Space Mono" panose="020B0604020202020204" charset="0"/>
              </a:rPr>
              <a:t>H(k) : the transmission channel coefficient</a:t>
            </a:r>
          </a:p>
          <a:p>
            <a:pPr marL="285750" indent="-285750" algn="just">
              <a:lnSpc>
                <a:spcPct val="150000"/>
              </a:lnSpc>
              <a:buFont typeface="Wingdings" panose="05000000000000000000" pitchFamily="2" charset="2"/>
              <a:buChar char="q"/>
            </a:pPr>
            <a:r>
              <a:rPr lang="en-US" sz="2000" dirty="0">
                <a:latin typeface="Space Mono" panose="020B0604020202020204" charset="0"/>
              </a:rPr>
              <a:t>N(k) : the complex additive white Gaussian noise (AWGN)</a:t>
            </a:r>
          </a:p>
          <a:p>
            <a:pPr marL="285750" indent="-285750" algn="just">
              <a:lnSpc>
                <a:spcPct val="150000"/>
              </a:lnSpc>
              <a:buFont typeface="Wingdings" panose="05000000000000000000" pitchFamily="2" charset="2"/>
              <a:buChar char="q"/>
            </a:pPr>
            <a:r>
              <a:rPr lang="en-US" sz="2000" dirty="0">
                <a:latin typeface="Space Mono" panose="020B0604020202020204" charset="0"/>
              </a:rPr>
              <a:t>Y(k) : the radar communication received signal </a:t>
            </a:r>
          </a:p>
        </p:txBody>
      </p:sp>
    </p:spTree>
    <p:extLst>
      <p:ext uri="{BB962C8B-B14F-4D97-AF65-F5344CB8AC3E}">
        <p14:creationId xmlns:p14="http://schemas.microsoft.com/office/powerpoint/2010/main" val="33603717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5469944"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Time Frequency analysis (TFA)</a:t>
            </a:r>
            <a:endParaRPr lang="en-US" sz="2800" kern="0" dirty="0"/>
          </a:p>
        </p:txBody>
      </p:sp>
      <p:sp>
        <p:nvSpPr>
          <p:cNvPr id="4" name="Google Shape;272;p24">
            <a:extLst>
              <a:ext uri="{FF2B5EF4-FFF2-40B4-BE49-F238E27FC236}">
                <a16:creationId xmlns:a16="http://schemas.microsoft.com/office/drawing/2014/main" id="{F7608ED6-1FA8-AD7F-B900-03BF014FBBF6}"/>
              </a:ext>
            </a:extLst>
          </p:cNvPr>
          <p:cNvSpPr txBox="1">
            <a:spLocks/>
          </p:cNvSpPr>
          <p:nvPr/>
        </p:nvSpPr>
        <p:spPr>
          <a:xfrm>
            <a:off x="1377896" y="1326249"/>
            <a:ext cx="9312485" cy="763598"/>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t>The receiver can receive pulsed radar signal and modulated communication signal in difference transmission source</a:t>
            </a:r>
          </a:p>
        </p:txBody>
      </p:sp>
      <p:sp>
        <p:nvSpPr>
          <p:cNvPr id="5" name="Google Shape;272;p24">
            <a:extLst>
              <a:ext uri="{FF2B5EF4-FFF2-40B4-BE49-F238E27FC236}">
                <a16:creationId xmlns:a16="http://schemas.microsoft.com/office/drawing/2014/main" id="{EAA8FE2B-D57A-6B68-28DE-A377AEAD88DA}"/>
              </a:ext>
            </a:extLst>
          </p:cNvPr>
          <p:cNvSpPr txBox="1">
            <a:spLocks/>
          </p:cNvSpPr>
          <p:nvPr/>
        </p:nvSpPr>
        <p:spPr>
          <a:xfrm>
            <a:off x="1377897" y="2107021"/>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energy spectrum in frequency is given by:</a:t>
            </a:r>
          </a:p>
        </p:txBody>
      </p:sp>
      <p:pic>
        <p:nvPicPr>
          <p:cNvPr id="2" name="Picture 1">
            <a:extLst>
              <a:ext uri="{FF2B5EF4-FFF2-40B4-BE49-F238E27FC236}">
                <a16:creationId xmlns:a16="http://schemas.microsoft.com/office/drawing/2014/main" id="{65A8E4DE-3F88-703F-FE6E-7EABCEA7C22C}"/>
              </a:ext>
            </a:extLst>
          </p:cNvPr>
          <p:cNvPicPr>
            <a:picLocks noChangeAspect="1"/>
          </p:cNvPicPr>
          <p:nvPr/>
        </p:nvPicPr>
        <p:blipFill>
          <a:blip r:embed="rId3"/>
          <a:stretch>
            <a:fillRect/>
          </a:stretch>
        </p:blipFill>
        <p:spPr>
          <a:xfrm>
            <a:off x="1439844" y="2638315"/>
            <a:ext cx="7039957" cy="790685"/>
          </a:xfrm>
          <a:prstGeom prst="rect">
            <a:avLst/>
          </a:prstGeom>
        </p:spPr>
      </p:pic>
      <p:sp>
        <p:nvSpPr>
          <p:cNvPr id="7" name="Google Shape;272;p24">
            <a:extLst>
              <a:ext uri="{FF2B5EF4-FFF2-40B4-BE49-F238E27FC236}">
                <a16:creationId xmlns:a16="http://schemas.microsoft.com/office/drawing/2014/main" id="{0CBC2774-2A0D-5E77-8AB4-7AD20446F292}"/>
              </a:ext>
            </a:extLst>
          </p:cNvPr>
          <p:cNvSpPr txBox="1">
            <a:spLocks/>
          </p:cNvSpPr>
          <p:nvPr/>
        </p:nvSpPr>
        <p:spPr>
          <a:xfrm>
            <a:off x="8479801" y="2821050"/>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S(t) denote for continuous signal</a:t>
            </a:r>
          </a:p>
        </p:txBody>
      </p:sp>
      <p:sp>
        <p:nvSpPr>
          <p:cNvPr id="6" name="Google Shape;272;p24">
            <a:extLst>
              <a:ext uri="{FF2B5EF4-FFF2-40B4-BE49-F238E27FC236}">
                <a16:creationId xmlns:a16="http://schemas.microsoft.com/office/drawing/2014/main" id="{3CC0BD02-301D-C20C-FA7C-D2DA0D98BE68}"/>
              </a:ext>
            </a:extLst>
          </p:cNvPr>
          <p:cNvSpPr txBox="1">
            <a:spLocks/>
          </p:cNvSpPr>
          <p:nvPr/>
        </p:nvSpPr>
        <p:spPr>
          <a:xfrm>
            <a:off x="1377895" y="3669880"/>
            <a:ext cx="561679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total energy spectrum in frequency is given by:</a:t>
            </a:r>
          </a:p>
        </p:txBody>
      </p:sp>
      <p:pic>
        <p:nvPicPr>
          <p:cNvPr id="9" name="Picture 8">
            <a:extLst>
              <a:ext uri="{FF2B5EF4-FFF2-40B4-BE49-F238E27FC236}">
                <a16:creationId xmlns:a16="http://schemas.microsoft.com/office/drawing/2014/main" id="{3111E5EF-DF44-78D4-EF64-7319F9AC7B06}"/>
              </a:ext>
            </a:extLst>
          </p:cNvPr>
          <p:cNvPicPr>
            <a:picLocks noChangeAspect="1"/>
          </p:cNvPicPr>
          <p:nvPr/>
        </p:nvPicPr>
        <p:blipFill>
          <a:blip r:embed="rId4"/>
          <a:stretch>
            <a:fillRect/>
          </a:stretch>
        </p:blipFill>
        <p:spPr>
          <a:xfrm>
            <a:off x="1439844" y="4286636"/>
            <a:ext cx="5877745" cy="866896"/>
          </a:xfrm>
          <a:prstGeom prst="rect">
            <a:avLst/>
          </a:prstGeom>
        </p:spPr>
      </p:pic>
      <p:sp>
        <p:nvSpPr>
          <p:cNvPr id="10" name="Google Shape;272;p24">
            <a:extLst>
              <a:ext uri="{FF2B5EF4-FFF2-40B4-BE49-F238E27FC236}">
                <a16:creationId xmlns:a16="http://schemas.microsoft.com/office/drawing/2014/main" id="{E055E8E2-188D-C214-9D3E-A3855259EC72}"/>
              </a:ext>
            </a:extLst>
          </p:cNvPr>
          <p:cNvSpPr txBox="1">
            <a:spLocks/>
          </p:cNvSpPr>
          <p:nvPr/>
        </p:nvSpPr>
        <p:spPr>
          <a:xfrm>
            <a:off x="7618440" y="4471859"/>
            <a:ext cx="4218100"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err="1">
                <a:solidFill>
                  <a:srgbClr val="FF0000"/>
                </a:solidFill>
              </a:rPr>
              <a:t>WVDn</a:t>
            </a:r>
            <a:r>
              <a:rPr lang="en-US" sz="2000" b="0" kern="0" dirty="0">
                <a:solidFill>
                  <a:srgbClr val="FF0000"/>
                </a:solidFill>
              </a:rPr>
              <a:t> denote for energy of noise</a:t>
            </a:r>
          </a:p>
        </p:txBody>
      </p:sp>
    </p:spTree>
    <p:extLst>
      <p:ext uri="{BB962C8B-B14F-4D97-AF65-F5344CB8AC3E}">
        <p14:creationId xmlns:p14="http://schemas.microsoft.com/office/powerpoint/2010/main" val="1978676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INTRODUCTION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8520907"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The Smooth Pseudo Winger-Ville Distribution (SPWVD)</a:t>
            </a:r>
            <a:endParaRPr lang="en-US" sz="2800" kern="0" dirty="0"/>
          </a:p>
        </p:txBody>
      </p:sp>
      <p:pic>
        <p:nvPicPr>
          <p:cNvPr id="8" name="Picture 7">
            <a:extLst>
              <a:ext uri="{FF2B5EF4-FFF2-40B4-BE49-F238E27FC236}">
                <a16:creationId xmlns:a16="http://schemas.microsoft.com/office/drawing/2014/main" id="{B213818C-4338-2A53-495D-2177E40AC7F1}"/>
              </a:ext>
            </a:extLst>
          </p:cNvPr>
          <p:cNvPicPr>
            <a:picLocks noChangeAspect="1"/>
          </p:cNvPicPr>
          <p:nvPr/>
        </p:nvPicPr>
        <p:blipFill>
          <a:blip r:embed="rId3"/>
          <a:stretch>
            <a:fillRect/>
          </a:stretch>
        </p:blipFill>
        <p:spPr>
          <a:xfrm>
            <a:off x="1439844" y="2154391"/>
            <a:ext cx="3010320" cy="381053"/>
          </a:xfrm>
          <a:prstGeom prst="rect">
            <a:avLst/>
          </a:prstGeom>
        </p:spPr>
      </p:pic>
      <p:sp>
        <p:nvSpPr>
          <p:cNvPr id="11" name="Google Shape;272;p24">
            <a:extLst>
              <a:ext uri="{FF2B5EF4-FFF2-40B4-BE49-F238E27FC236}">
                <a16:creationId xmlns:a16="http://schemas.microsoft.com/office/drawing/2014/main" id="{8707315A-7AA2-20E8-C745-BA9C95BB4D32}"/>
              </a:ext>
            </a:extLst>
          </p:cNvPr>
          <p:cNvSpPr txBox="1">
            <a:spLocks/>
          </p:cNvSpPr>
          <p:nvPr/>
        </p:nvSpPr>
        <p:spPr>
          <a:xfrm>
            <a:off x="1317296" y="1565575"/>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smoothing function is given by:</a:t>
            </a:r>
          </a:p>
        </p:txBody>
      </p:sp>
      <p:sp>
        <p:nvSpPr>
          <p:cNvPr id="12" name="Google Shape;272;p24">
            <a:extLst>
              <a:ext uri="{FF2B5EF4-FFF2-40B4-BE49-F238E27FC236}">
                <a16:creationId xmlns:a16="http://schemas.microsoft.com/office/drawing/2014/main" id="{7982D8B4-421C-B29C-61F1-ECCE5A36EB3F}"/>
              </a:ext>
            </a:extLst>
          </p:cNvPr>
          <p:cNvSpPr txBox="1">
            <a:spLocks/>
          </p:cNvSpPr>
          <p:nvPr/>
        </p:nvSpPr>
        <p:spPr>
          <a:xfrm>
            <a:off x="5067837" y="1966394"/>
            <a:ext cx="4218100"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-g(t) : filter in time domain</a:t>
            </a:r>
          </a:p>
          <a:p>
            <a:pPr algn="l"/>
            <a:r>
              <a:rPr lang="en-US" sz="2000" b="0" kern="0" dirty="0">
                <a:solidFill>
                  <a:srgbClr val="FF0000"/>
                </a:solidFill>
              </a:rPr>
              <a:t>-H(w) : filter in frequency domain</a:t>
            </a:r>
          </a:p>
        </p:txBody>
      </p:sp>
      <p:pic>
        <p:nvPicPr>
          <p:cNvPr id="14" name="Picture 13">
            <a:extLst>
              <a:ext uri="{FF2B5EF4-FFF2-40B4-BE49-F238E27FC236}">
                <a16:creationId xmlns:a16="http://schemas.microsoft.com/office/drawing/2014/main" id="{EF4F065D-EFC6-C227-A40A-CA6B4B20234C}"/>
              </a:ext>
            </a:extLst>
          </p:cNvPr>
          <p:cNvPicPr>
            <a:picLocks noChangeAspect="1"/>
          </p:cNvPicPr>
          <p:nvPr/>
        </p:nvPicPr>
        <p:blipFill>
          <a:blip r:embed="rId4"/>
          <a:stretch>
            <a:fillRect/>
          </a:stretch>
        </p:blipFill>
        <p:spPr>
          <a:xfrm>
            <a:off x="1382686" y="3285489"/>
            <a:ext cx="6134956" cy="1514686"/>
          </a:xfrm>
          <a:prstGeom prst="rect">
            <a:avLst/>
          </a:prstGeom>
        </p:spPr>
      </p:pic>
      <p:sp>
        <p:nvSpPr>
          <p:cNvPr id="15" name="Google Shape;272;p24">
            <a:extLst>
              <a:ext uri="{FF2B5EF4-FFF2-40B4-BE49-F238E27FC236}">
                <a16:creationId xmlns:a16="http://schemas.microsoft.com/office/drawing/2014/main" id="{4C0B5CF7-70E2-435B-9BD8-9E038251A4B1}"/>
              </a:ext>
            </a:extLst>
          </p:cNvPr>
          <p:cNvSpPr txBox="1">
            <a:spLocks/>
          </p:cNvSpPr>
          <p:nvPr/>
        </p:nvSpPr>
        <p:spPr>
          <a:xfrm>
            <a:off x="1317296" y="4970816"/>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Kaiser window function is given by:</a:t>
            </a:r>
          </a:p>
        </p:txBody>
      </p:sp>
      <p:sp>
        <p:nvSpPr>
          <p:cNvPr id="16" name="Google Shape;272;p24">
            <a:extLst>
              <a:ext uri="{FF2B5EF4-FFF2-40B4-BE49-F238E27FC236}">
                <a16:creationId xmlns:a16="http://schemas.microsoft.com/office/drawing/2014/main" id="{BA369E7B-1E85-61DD-4BF8-A5AEE808E0D7}"/>
              </a:ext>
            </a:extLst>
          </p:cNvPr>
          <p:cNvSpPr txBox="1">
            <a:spLocks/>
          </p:cNvSpPr>
          <p:nvPr/>
        </p:nvSpPr>
        <p:spPr>
          <a:xfrm>
            <a:off x="1317296" y="2859774"/>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SPWVD function is given by:</a:t>
            </a:r>
          </a:p>
        </p:txBody>
      </p:sp>
      <p:pic>
        <p:nvPicPr>
          <p:cNvPr id="17" name="Picture 16">
            <a:extLst>
              <a:ext uri="{FF2B5EF4-FFF2-40B4-BE49-F238E27FC236}">
                <a16:creationId xmlns:a16="http://schemas.microsoft.com/office/drawing/2014/main" id="{DCC30F2B-3868-4442-A1CE-5B95F1C0F67C}"/>
              </a:ext>
            </a:extLst>
          </p:cNvPr>
          <p:cNvPicPr>
            <a:picLocks noChangeAspect="1"/>
          </p:cNvPicPr>
          <p:nvPr/>
        </p:nvPicPr>
        <p:blipFill>
          <a:blip r:embed="rId5"/>
          <a:stretch>
            <a:fillRect/>
          </a:stretch>
        </p:blipFill>
        <p:spPr>
          <a:xfrm>
            <a:off x="1439844" y="5430381"/>
            <a:ext cx="7811590" cy="1124107"/>
          </a:xfrm>
          <a:prstGeom prst="rect">
            <a:avLst/>
          </a:prstGeom>
        </p:spPr>
      </p:pic>
      <p:sp>
        <p:nvSpPr>
          <p:cNvPr id="18" name="Google Shape;272;p24">
            <a:extLst>
              <a:ext uri="{FF2B5EF4-FFF2-40B4-BE49-F238E27FC236}">
                <a16:creationId xmlns:a16="http://schemas.microsoft.com/office/drawing/2014/main" id="{F6F599C1-1374-029D-B947-7AD3C2E35EC5}"/>
              </a:ext>
            </a:extLst>
          </p:cNvPr>
          <p:cNvSpPr txBox="1">
            <a:spLocks/>
          </p:cNvSpPr>
          <p:nvPr/>
        </p:nvSpPr>
        <p:spPr>
          <a:xfrm>
            <a:off x="9251434" y="5582940"/>
            <a:ext cx="2183279" cy="81898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FF0000"/>
                </a:solidFill>
              </a:rPr>
              <a:t>-B : length of N + 1</a:t>
            </a:r>
          </a:p>
          <a:p>
            <a:pPr algn="l"/>
            <a:r>
              <a:rPr lang="en-US" sz="2000" b="0" kern="0" dirty="0">
                <a:solidFill>
                  <a:srgbClr val="FF0000"/>
                </a:solidFill>
              </a:rPr>
              <a:t>-y: shape factor</a:t>
            </a:r>
          </a:p>
        </p:txBody>
      </p:sp>
    </p:spTree>
    <p:extLst>
      <p:ext uri="{BB962C8B-B14F-4D97-AF65-F5344CB8AC3E}">
        <p14:creationId xmlns:p14="http://schemas.microsoft.com/office/powerpoint/2010/main" val="32506313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2" name="Picture 1">
            <a:extLst>
              <a:ext uri="{FF2B5EF4-FFF2-40B4-BE49-F238E27FC236}">
                <a16:creationId xmlns:a16="http://schemas.microsoft.com/office/drawing/2014/main" id="{55891EDA-4523-63C4-3F31-77E51DAF89AC}"/>
              </a:ext>
            </a:extLst>
          </p:cNvPr>
          <p:cNvPicPr>
            <a:picLocks noChangeAspect="1"/>
          </p:cNvPicPr>
          <p:nvPr/>
        </p:nvPicPr>
        <p:blipFill>
          <a:blip r:embed="rId3"/>
          <a:stretch>
            <a:fillRect/>
          </a:stretch>
        </p:blipFill>
        <p:spPr>
          <a:xfrm>
            <a:off x="2637282" y="1369536"/>
            <a:ext cx="6917435" cy="5062152"/>
          </a:xfrm>
          <a:prstGeom prst="rect">
            <a:avLst/>
          </a:prstGeom>
        </p:spPr>
      </p:pic>
    </p:spTree>
    <p:extLst>
      <p:ext uri="{BB962C8B-B14F-4D97-AF65-F5344CB8AC3E}">
        <p14:creationId xmlns:p14="http://schemas.microsoft.com/office/powerpoint/2010/main" val="2059409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10065075" y="2306738"/>
            <a:ext cx="1632587" cy="4291960"/>
          </a:xfrm>
          <a:prstGeom prst="rect">
            <a:avLst/>
          </a:prstGeom>
        </p:spPr>
      </p:pic>
      <p:pic>
        <p:nvPicPr>
          <p:cNvPr id="8" name="Picture 7">
            <a:extLst>
              <a:ext uri="{FF2B5EF4-FFF2-40B4-BE49-F238E27FC236}">
                <a16:creationId xmlns:a16="http://schemas.microsoft.com/office/drawing/2014/main" id="{DC97BAB4-1F9D-2AD8-957E-1620A556E39B}"/>
              </a:ext>
            </a:extLst>
          </p:cNvPr>
          <p:cNvPicPr>
            <a:picLocks noChangeAspect="1"/>
          </p:cNvPicPr>
          <p:nvPr/>
        </p:nvPicPr>
        <p:blipFill>
          <a:blip r:embed="rId4"/>
          <a:stretch>
            <a:fillRect/>
          </a:stretch>
        </p:blipFill>
        <p:spPr>
          <a:xfrm>
            <a:off x="7855715" y="2875658"/>
            <a:ext cx="2149575" cy="3325124"/>
          </a:xfrm>
          <a:prstGeom prst="rect">
            <a:avLst/>
          </a:prstGeom>
        </p:spPr>
      </p:pic>
      <p:pic>
        <p:nvPicPr>
          <p:cNvPr id="9" name="Picture 8">
            <a:extLst>
              <a:ext uri="{FF2B5EF4-FFF2-40B4-BE49-F238E27FC236}">
                <a16:creationId xmlns:a16="http://schemas.microsoft.com/office/drawing/2014/main" id="{2FBD4470-96B8-37E8-8075-B27B7DD6245E}"/>
              </a:ext>
            </a:extLst>
          </p:cNvPr>
          <p:cNvPicPr>
            <a:picLocks noChangeAspect="1"/>
          </p:cNvPicPr>
          <p:nvPr/>
        </p:nvPicPr>
        <p:blipFill>
          <a:blip r:embed="rId5"/>
          <a:stretch>
            <a:fillRect/>
          </a:stretch>
        </p:blipFill>
        <p:spPr>
          <a:xfrm>
            <a:off x="795762" y="1692016"/>
            <a:ext cx="4370127" cy="566642"/>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727318" y="119400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input function of RCA block</a:t>
            </a:r>
          </a:p>
        </p:txBody>
      </p:sp>
      <p:sp>
        <p:nvSpPr>
          <p:cNvPr id="11" name="Google Shape;272;p24">
            <a:extLst>
              <a:ext uri="{FF2B5EF4-FFF2-40B4-BE49-F238E27FC236}">
                <a16:creationId xmlns:a16="http://schemas.microsoft.com/office/drawing/2014/main" id="{8D1F8710-7589-33CA-F293-EC8D9F67CEED}"/>
              </a:ext>
            </a:extLst>
          </p:cNvPr>
          <p:cNvSpPr txBox="1">
            <a:spLocks/>
          </p:cNvSpPr>
          <p:nvPr/>
        </p:nvSpPr>
        <p:spPr>
          <a:xfrm>
            <a:off x="727318" y="2392239"/>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RSA block</a:t>
            </a:r>
          </a:p>
        </p:txBody>
      </p:sp>
      <p:pic>
        <p:nvPicPr>
          <p:cNvPr id="12" name="Picture 11">
            <a:extLst>
              <a:ext uri="{FF2B5EF4-FFF2-40B4-BE49-F238E27FC236}">
                <a16:creationId xmlns:a16="http://schemas.microsoft.com/office/drawing/2014/main" id="{9266F660-40D7-4723-DDD1-4858CE806313}"/>
              </a:ext>
            </a:extLst>
          </p:cNvPr>
          <p:cNvPicPr>
            <a:picLocks noChangeAspect="1"/>
          </p:cNvPicPr>
          <p:nvPr/>
        </p:nvPicPr>
        <p:blipFill>
          <a:blip r:embed="rId6"/>
          <a:stretch>
            <a:fillRect/>
          </a:stretch>
        </p:blipFill>
        <p:spPr>
          <a:xfrm>
            <a:off x="795762" y="3001270"/>
            <a:ext cx="6162907" cy="514245"/>
          </a:xfrm>
          <a:prstGeom prst="rect">
            <a:avLst/>
          </a:prstGeom>
        </p:spPr>
      </p:pic>
      <p:pic>
        <p:nvPicPr>
          <p:cNvPr id="13" name="Picture 12">
            <a:extLst>
              <a:ext uri="{FF2B5EF4-FFF2-40B4-BE49-F238E27FC236}">
                <a16:creationId xmlns:a16="http://schemas.microsoft.com/office/drawing/2014/main" id="{714F321B-54D3-7F4B-46B9-46E95501A635}"/>
              </a:ext>
            </a:extLst>
          </p:cNvPr>
          <p:cNvPicPr>
            <a:picLocks noChangeAspect="1"/>
          </p:cNvPicPr>
          <p:nvPr/>
        </p:nvPicPr>
        <p:blipFill>
          <a:blip r:embed="rId7"/>
          <a:stretch>
            <a:fillRect/>
          </a:stretch>
        </p:blipFill>
        <p:spPr>
          <a:xfrm>
            <a:off x="795762" y="4136055"/>
            <a:ext cx="3286044" cy="1344952"/>
          </a:xfrm>
          <a:prstGeom prst="rect">
            <a:avLst/>
          </a:prstGeom>
        </p:spPr>
      </p:pic>
      <p:sp>
        <p:nvSpPr>
          <p:cNvPr id="15" name="Google Shape;272;p24">
            <a:extLst>
              <a:ext uri="{FF2B5EF4-FFF2-40B4-BE49-F238E27FC236}">
                <a16:creationId xmlns:a16="http://schemas.microsoft.com/office/drawing/2014/main" id="{ECE2B362-FA58-61E0-EB9F-703A7A62DD8D}"/>
              </a:ext>
            </a:extLst>
          </p:cNvPr>
          <p:cNvSpPr txBox="1">
            <a:spLocks/>
          </p:cNvSpPr>
          <p:nvPr/>
        </p:nvSpPr>
        <p:spPr>
          <a:xfrm>
            <a:off x="734526" y="3663887"/>
            <a:ext cx="5459784"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function of RCA block</a:t>
            </a:r>
          </a:p>
        </p:txBody>
      </p:sp>
      <p:pic>
        <p:nvPicPr>
          <p:cNvPr id="16" name="Picture 15">
            <a:extLst>
              <a:ext uri="{FF2B5EF4-FFF2-40B4-BE49-F238E27FC236}">
                <a16:creationId xmlns:a16="http://schemas.microsoft.com/office/drawing/2014/main" id="{E9BAADE2-9ACD-9A37-D84D-74C293429219}"/>
              </a:ext>
            </a:extLst>
          </p:cNvPr>
          <p:cNvPicPr>
            <a:picLocks noChangeAspect="1"/>
          </p:cNvPicPr>
          <p:nvPr/>
        </p:nvPicPr>
        <p:blipFill>
          <a:blip r:embed="rId8"/>
          <a:stretch>
            <a:fillRect/>
          </a:stretch>
        </p:blipFill>
        <p:spPr>
          <a:xfrm>
            <a:off x="807144" y="5572380"/>
            <a:ext cx="5487166" cy="419158"/>
          </a:xfrm>
          <a:prstGeom prst="rect">
            <a:avLst/>
          </a:prstGeom>
        </p:spPr>
      </p:pic>
      <p:sp>
        <p:nvSpPr>
          <p:cNvPr id="17" name="TextBox 16">
            <a:extLst>
              <a:ext uri="{FF2B5EF4-FFF2-40B4-BE49-F238E27FC236}">
                <a16:creationId xmlns:a16="http://schemas.microsoft.com/office/drawing/2014/main" id="{BD855222-F62F-1FBE-8B46-8BE2850FB1F4}"/>
              </a:ext>
            </a:extLst>
          </p:cNvPr>
          <p:cNvSpPr txBox="1"/>
          <p:nvPr/>
        </p:nvSpPr>
        <p:spPr>
          <a:xfrm>
            <a:off x="6294310" y="1437599"/>
            <a:ext cx="5899280" cy="923330"/>
          </a:xfrm>
          <a:prstGeom prst="rect">
            <a:avLst/>
          </a:prstGeom>
          <a:noFill/>
        </p:spPr>
        <p:txBody>
          <a:bodyPr wrap="square">
            <a:spAutoFit/>
          </a:bodyPr>
          <a:lstStyle/>
          <a:p>
            <a:r>
              <a:rPr lang="en-US" sz="1800" b="0" i="0" dirty="0">
                <a:solidFill>
                  <a:srgbClr val="FF0000"/>
                </a:solidFill>
                <a:effectLst/>
                <a:latin typeface="NimbusRomNo9L-Regu"/>
              </a:rPr>
              <a:t>RCAs extract intrinsic features at multiple scales of SPWVD-based time-frequency representations</a:t>
            </a:r>
            <a:r>
              <a:rPr lang="en-US" dirty="0">
                <a:solidFill>
                  <a:srgbClr val="FF0000"/>
                </a:solidFill>
              </a:rPr>
              <a:t> </a:t>
            </a:r>
            <a:br>
              <a:rPr lang="en-US" dirty="0">
                <a:solidFill>
                  <a:srgbClr val="FF0000"/>
                </a:solidFill>
              </a:rPr>
            </a:br>
            <a:endParaRPr lang="en-US" dirty="0">
              <a:solidFill>
                <a:srgbClr val="FF0000"/>
              </a:solidFill>
            </a:endParaRPr>
          </a:p>
        </p:txBody>
      </p:sp>
    </p:spTree>
    <p:extLst>
      <p:ext uri="{BB962C8B-B14F-4D97-AF65-F5344CB8AC3E}">
        <p14:creationId xmlns:p14="http://schemas.microsoft.com/office/powerpoint/2010/main" val="146325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SOLUTION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10932999"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-Robust And Cost-efficient </a:t>
            </a:r>
            <a:r>
              <a:rPr lang="en-US" sz="2800" kern="0" dirty="0" err="1">
                <a:latin typeface="Space Mono" panose="020B0604020202020204" charset="0"/>
              </a:rPr>
              <a:t>ConvNet</a:t>
            </a:r>
            <a:r>
              <a:rPr lang="en-US" sz="2800" kern="0" dirty="0">
                <a:latin typeface="Space Mono" panose="020B0604020202020204" charset="0"/>
              </a:rPr>
              <a:t> Waveform Classification</a:t>
            </a:r>
            <a:endParaRPr lang="en-US" sz="2800" kern="0" dirty="0"/>
          </a:p>
        </p:txBody>
      </p:sp>
      <p:pic>
        <p:nvPicPr>
          <p:cNvPr id="6" name="Picture 5">
            <a:extLst>
              <a:ext uri="{FF2B5EF4-FFF2-40B4-BE49-F238E27FC236}">
                <a16:creationId xmlns:a16="http://schemas.microsoft.com/office/drawing/2014/main" id="{5E5EC9E0-0EDD-BD7C-B6A8-E64AC7159F3F}"/>
              </a:ext>
            </a:extLst>
          </p:cNvPr>
          <p:cNvPicPr>
            <a:picLocks noChangeAspect="1"/>
          </p:cNvPicPr>
          <p:nvPr/>
        </p:nvPicPr>
        <p:blipFill>
          <a:blip r:embed="rId3"/>
          <a:stretch>
            <a:fillRect/>
          </a:stretch>
        </p:blipFill>
        <p:spPr>
          <a:xfrm>
            <a:off x="7305478" y="1419105"/>
            <a:ext cx="1919982" cy="5047501"/>
          </a:xfrm>
          <a:prstGeom prst="rect">
            <a:avLst/>
          </a:prstGeom>
        </p:spPr>
      </p:pic>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869626" y="3077233"/>
            <a:ext cx="3136766"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The Output of CFA block</a:t>
            </a:r>
          </a:p>
        </p:txBody>
      </p:sp>
      <p:pic>
        <p:nvPicPr>
          <p:cNvPr id="2" name="Picture 1">
            <a:extLst>
              <a:ext uri="{FF2B5EF4-FFF2-40B4-BE49-F238E27FC236}">
                <a16:creationId xmlns:a16="http://schemas.microsoft.com/office/drawing/2014/main" id="{12618392-9F1D-76FF-6534-434F98C79B56}"/>
              </a:ext>
            </a:extLst>
          </p:cNvPr>
          <p:cNvPicPr>
            <a:picLocks noChangeAspect="1"/>
          </p:cNvPicPr>
          <p:nvPr/>
        </p:nvPicPr>
        <p:blipFill>
          <a:blip r:embed="rId4"/>
          <a:stretch>
            <a:fillRect/>
          </a:stretch>
        </p:blipFill>
        <p:spPr>
          <a:xfrm>
            <a:off x="9225460" y="2490841"/>
            <a:ext cx="1409897" cy="3467584"/>
          </a:xfrm>
          <a:prstGeom prst="rect">
            <a:avLst/>
          </a:prstGeom>
        </p:spPr>
      </p:pic>
      <p:pic>
        <p:nvPicPr>
          <p:cNvPr id="5" name="Picture 4">
            <a:extLst>
              <a:ext uri="{FF2B5EF4-FFF2-40B4-BE49-F238E27FC236}">
                <a16:creationId xmlns:a16="http://schemas.microsoft.com/office/drawing/2014/main" id="{B5FB530D-5525-9107-850C-AD76B4D86C5F}"/>
              </a:ext>
            </a:extLst>
          </p:cNvPr>
          <p:cNvPicPr>
            <a:picLocks noChangeAspect="1"/>
          </p:cNvPicPr>
          <p:nvPr/>
        </p:nvPicPr>
        <p:blipFill>
          <a:blip r:embed="rId5"/>
          <a:stretch>
            <a:fillRect/>
          </a:stretch>
        </p:blipFill>
        <p:spPr>
          <a:xfrm>
            <a:off x="869626" y="2211535"/>
            <a:ext cx="3458058" cy="590632"/>
          </a:xfrm>
          <a:prstGeom prst="rect">
            <a:avLst/>
          </a:prstGeom>
        </p:spPr>
      </p:pic>
      <p:pic>
        <p:nvPicPr>
          <p:cNvPr id="7" name="Picture 6">
            <a:extLst>
              <a:ext uri="{FF2B5EF4-FFF2-40B4-BE49-F238E27FC236}">
                <a16:creationId xmlns:a16="http://schemas.microsoft.com/office/drawing/2014/main" id="{36A476D0-5C7B-E7D8-3755-0381971DD337}"/>
              </a:ext>
            </a:extLst>
          </p:cNvPr>
          <p:cNvPicPr>
            <a:picLocks noChangeAspect="1"/>
          </p:cNvPicPr>
          <p:nvPr/>
        </p:nvPicPr>
        <p:blipFill>
          <a:blip r:embed="rId6"/>
          <a:stretch>
            <a:fillRect/>
          </a:stretch>
        </p:blipFill>
        <p:spPr>
          <a:xfrm>
            <a:off x="869626" y="3863300"/>
            <a:ext cx="5087060" cy="447737"/>
          </a:xfrm>
          <a:prstGeom prst="rect">
            <a:avLst/>
          </a:prstGeom>
        </p:spPr>
      </p:pic>
      <p:sp>
        <p:nvSpPr>
          <p:cNvPr id="13" name="Google Shape;272;p24">
            <a:extLst>
              <a:ext uri="{FF2B5EF4-FFF2-40B4-BE49-F238E27FC236}">
                <a16:creationId xmlns:a16="http://schemas.microsoft.com/office/drawing/2014/main" id="{FD7721BE-ED7B-2357-C9CB-34D6A1BCCD42}"/>
              </a:ext>
            </a:extLst>
          </p:cNvPr>
          <p:cNvSpPr txBox="1">
            <a:spLocks/>
          </p:cNvSpPr>
          <p:nvPr/>
        </p:nvSpPr>
        <p:spPr>
          <a:xfrm>
            <a:off x="869626" y="1631906"/>
            <a:ext cx="2739543"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Attention </a:t>
            </a:r>
            <a:r>
              <a:rPr lang="en-US" sz="2000" b="0" kern="0" dirty="0" err="1">
                <a:solidFill>
                  <a:srgbClr val="0070C0"/>
                </a:solidFill>
              </a:rPr>
              <a:t>mechainsm</a:t>
            </a:r>
            <a:endParaRPr lang="en-US" sz="2000" b="0" kern="0" dirty="0">
              <a:solidFill>
                <a:srgbClr val="0070C0"/>
              </a:solidFill>
            </a:endParaRPr>
          </a:p>
        </p:txBody>
      </p:sp>
      <p:sp>
        <p:nvSpPr>
          <p:cNvPr id="17" name="TextBox 16">
            <a:extLst>
              <a:ext uri="{FF2B5EF4-FFF2-40B4-BE49-F238E27FC236}">
                <a16:creationId xmlns:a16="http://schemas.microsoft.com/office/drawing/2014/main" id="{F4427ECF-AA0D-3B7A-652A-EA151D1917F7}"/>
              </a:ext>
            </a:extLst>
          </p:cNvPr>
          <p:cNvSpPr txBox="1"/>
          <p:nvPr/>
        </p:nvSpPr>
        <p:spPr>
          <a:xfrm>
            <a:off x="141108" y="4851286"/>
            <a:ext cx="7164370" cy="646331"/>
          </a:xfrm>
          <a:prstGeom prst="rect">
            <a:avLst/>
          </a:prstGeom>
          <a:noFill/>
        </p:spPr>
        <p:txBody>
          <a:bodyPr wrap="square">
            <a:spAutoFit/>
          </a:bodyPr>
          <a:lstStyle/>
          <a:p>
            <a:r>
              <a:rPr lang="en-US" sz="1800" b="0" i="0" dirty="0">
                <a:solidFill>
                  <a:srgbClr val="FF0000"/>
                </a:solidFill>
                <a:effectLst/>
                <a:latin typeface="NimbusRomNo9L-Regu"/>
              </a:rPr>
              <a:t>CFA refines these features by selectively amplifying the more relevant ones</a:t>
            </a:r>
            <a:r>
              <a:rPr lang="en-US" dirty="0">
                <a:solidFill>
                  <a:srgbClr val="FF0000"/>
                </a:solidFill>
              </a:rPr>
              <a:t> </a:t>
            </a:r>
            <a:br>
              <a:rPr lang="en-US" dirty="0">
                <a:solidFill>
                  <a:srgbClr val="FF0000"/>
                </a:solidFill>
              </a:rPr>
            </a:br>
            <a:endParaRPr lang="en-US" dirty="0">
              <a:solidFill>
                <a:srgbClr val="FF0000"/>
              </a:solidFill>
            </a:endParaRPr>
          </a:p>
        </p:txBody>
      </p:sp>
      <p:sp>
        <p:nvSpPr>
          <p:cNvPr id="19" name="TextBox 18">
            <a:extLst>
              <a:ext uri="{FF2B5EF4-FFF2-40B4-BE49-F238E27FC236}">
                <a16:creationId xmlns:a16="http://schemas.microsoft.com/office/drawing/2014/main" id="{8E0BAFA9-8CA3-A187-60F0-7EE6218093B0}"/>
              </a:ext>
            </a:extLst>
          </p:cNvPr>
          <p:cNvSpPr txBox="1"/>
          <p:nvPr/>
        </p:nvSpPr>
        <p:spPr>
          <a:xfrm>
            <a:off x="141108" y="5530866"/>
            <a:ext cx="6797020" cy="1015663"/>
          </a:xfrm>
          <a:prstGeom prst="rect">
            <a:avLst/>
          </a:prstGeom>
          <a:noFill/>
        </p:spPr>
        <p:txBody>
          <a:bodyPr wrap="square">
            <a:spAutoFit/>
          </a:bodyPr>
          <a:lstStyle/>
          <a:p>
            <a:pPr marL="342900" indent="-342900">
              <a:buFont typeface="Wingdings" panose="05000000000000000000" pitchFamily="2" charset="2"/>
              <a:buChar char="Ø"/>
            </a:pPr>
            <a:r>
              <a:rPr lang="en-US" sz="2000" b="1" i="0" dirty="0">
                <a:solidFill>
                  <a:srgbClr val="FF0000"/>
                </a:solidFill>
                <a:effectLst/>
                <a:latin typeface="NimbusRomNo9L-Regu"/>
              </a:rPr>
              <a:t>combination of RCA and CFA improves classification accuracy</a:t>
            </a:r>
            <a:r>
              <a:rPr lang="en-US" sz="2000" b="1" dirty="0">
                <a:solidFill>
                  <a:srgbClr val="FF0000"/>
                </a:solidFill>
              </a:rPr>
              <a:t> </a:t>
            </a:r>
            <a:br>
              <a:rPr lang="en-US" sz="2000" b="1" dirty="0">
                <a:solidFill>
                  <a:srgbClr val="FF0000"/>
                </a:solidFill>
              </a:rPr>
            </a:br>
            <a:endParaRPr lang="en-US" sz="2000" b="1" dirty="0">
              <a:solidFill>
                <a:srgbClr val="FF0000"/>
              </a:solidFill>
            </a:endParaRPr>
          </a:p>
        </p:txBody>
      </p:sp>
    </p:spTree>
    <p:extLst>
      <p:ext uri="{BB962C8B-B14F-4D97-AF65-F5344CB8AC3E}">
        <p14:creationId xmlns:p14="http://schemas.microsoft.com/office/powerpoint/2010/main" val="32939347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1189870" y="1527462"/>
            <a:ext cx="9562459"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b="0" kern="0" dirty="0">
                <a:solidFill>
                  <a:srgbClr val="0070C0"/>
                </a:solidFill>
              </a:rPr>
              <a:t>SPWVD spectrum image of radar communication that were generated by </a:t>
            </a:r>
            <a:r>
              <a:rPr lang="en-US" sz="2000" b="0" kern="0" dirty="0" err="1">
                <a:solidFill>
                  <a:srgbClr val="0070C0"/>
                </a:solidFill>
              </a:rPr>
              <a:t>MatLab</a:t>
            </a:r>
            <a:r>
              <a:rPr lang="en-US" sz="2000" b="0" kern="0" dirty="0">
                <a:solidFill>
                  <a:srgbClr val="0070C0"/>
                </a:solidFill>
              </a:rPr>
              <a:t> tool box</a:t>
            </a:r>
          </a:p>
        </p:txBody>
      </p:sp>
      <p:pic>
        <p:nvPicPr>
          <p:cNvPr id="4" name="Picture 3">
            <a:extLst>
              <a:ext uri="{FF2B5EF4-FFF2-40B4-BE49-F238E27FC236}">
                <a16:creationId xmlns:a16="http://schemas.microsoft.com/office/drawing/2014/main" id="{97341C74-6EFC-F099-20EA-704293004E5E}"/>
              </a:ext>
            </a:extLst>
          </p:cNvPr>
          <p:cNvPicPr>
            <a:picLocks noChangeAspect="1"/>
          </p:cNvPicPr>
          <p:nvPr/>
        </p:nvPicPr>
        <p:blipFill>
          <a:blip r:embed="rId3"/>
          <a:stretch>
            <a:fillRect/>
          </a:stretch>
        </p:blipFill>
        <p:spPr>
          <a:xfrm>
            <a:off x="1189870" y="2199635"/>
            <a:ext cx="10241542" cy="4055269"/>
          </a:xfrm>
          <a:prstGeom prst="rect">
            <a:avLst/>
          </a:prstGeom>
        </p:spPr>
      </p:pic>
    </p:spTree>
    <p:extLst>
      <p:ext uri="{BB962C8B-B14F-4D97-AF65-F5344CB8AC3E}">
        <p14:creationId xmlns:p14="http://schemas.microsoft.com/office/powerpoint/2010/main" val="12966539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10" name="Google Shape;272;p24">
            <a:extLst>
              <a:ext uri="{FF2B5EF4-FFF2-40B4-BE49-F238E27FC236}">
                <a16:creationId xmlns:a16="http://schemas.microsoft.com/office/drawing/2014/main" id="{768153E2-C361-E0FD-C635-082B65A635B1}"/>
              </a:ext>
            </a:extLst>
          </p:cNvPr>
          <p:cNvSpPr txBox="1">
            <a:spLocks/>
          </p:cNvSpPr>
          <p:nvPr/>
        </p:nvSpPr>
        <p:spPr>
          <a:xfrm>
            <a:off x="3537144" y="1715891"/>
            <a:ext cx="4805577" cy="514247"/>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pPr algn="l"/>
            <a:r>
              <a:rPr lang="en-US" sz="2000" kern="0" dirty="0">
                <a:solidFill>
                  <a:srgbClr val="0070C0"/>
                </a:solidFill>
              </a:rPr>
              <a:t>Data Set Information of 12 waveform types</a:t>
            </a:r>
          </a:p>
        </p:txBody>
      </p:sp>
      <p:pic>
        <p:nvPicPr>
          <p:cNvPr id="2" name="Picture 1">
            <a:extLst>
              <a:ext uri="{FF2B5EF4-FFF2-40B4-BE49-F238E27FC236}">
                <a16:creationId xmlns:a16="http://schemas.microsoft.com/office/drawing/2014/main" id="{05C0E1CC-8BE1-337C-A286-AE2D69A95DC6}"/>
              </a:ext>
            </a:extLst>
          </p:cNvPr>
          <p:cNvPicPr>
            <a:picLocks noChangeAspect="1"/>
          </p:cNvPicPr>
          <p:nvPr/>
        </p:nvPicPr>
        <p:blipFill>
          <a:blip r:embed="rId3"/>
          <a:stretch>
            <a:fillRect/>
          </a:stretch>
        </p:blipFill>
        <p:spPr>
          <a:xfrm>
            <a:off x="2166389" y="2300273"/>
            <a:ext cx="7859222" cy="3762900"/>
          </a:xfrm>
          <a:prstGeom prst="rect">
            <a:avLst/>
          </a:prstGeom>
        </p:spPr>
      </p:pic>
    </p:spTree>
    <p:extLst>
      <p:ext uri="{BB962C8B-B14F-4D97-AF65-F5344CB8AC3E}">
        <p14:creationId xmlns:p14="http://schemas.microsoft.com/office/powerpoint/2010/main" val="1215989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2" y="794827"/>
            <a:ext cx="290136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a:latin typeface="Space Mono" panose="020B0604020202020204" charset="0"/>
              </a:rPr>
              <a:t>Data Set Training</a:t>
            </a:r>
            <a:endParaRPr lang="en-US" sz="2800" kern="0" dirty="0"/>
          </a:p>
        </p:txBody>
      </p:sp>
      <p:sp>
        <p:nvSpPr>
          <p:cNvPr id="5" name="TextBox 4">
            <a:extLst>
              <a:ext uri="{FF2B5EF4-FFF2-40B4-BE49-F238E27FC236}">
                <a16:creationId xmlns:a16="http://schemas.microsoft.com/office/drawing/2014/main" id="{763921A5-176D-71D9-B77D-EADD66A8810F}"/>
              </a:ext>
            </a:extLst>
          </p:cNvPr>
          <p:cNvSpPr txBox="1"/>
          <p:nvPr/>
        </p:nvSpPr>
        <p:spPr>
          <a:xfrm>
            <a:off x="1306250" y="1426406"/>
            <a:ext cx="8993465" cy="400110"/>
          </a:xfrm>
          <a:prstGeom prst="rect">
            <a:avLst/>
          </a:prstGeom>
          <a:noFill/>
        </p:spPr>
        <p:txBody>
          <a:bodyPr wrap="square">
            <a:spAutoFit/>
          </a:bodyPr>
          <a:lstStyle/>
          <a:p>
            <a:r>
              <a:rPr lang="en-US" sz="2000" b="1" i="0" dirty="0">
                <a:solidFill>
                  <a:srgbClr val="0070C0"/>
                </a:solidFill>
                <a:effectLst/>
                <a:latin typeface="NimbusRomNo9L-Regu"/>
              </a:rPr>
              <a:t>The radar communication spectrums are generated with specific parameter:</a:t>
            </a:r>
          </a:p>
        </p:txBody>
      </p:sp>
      <p:sp>
        <p:nvSpPr>
          <p:cNvPr id="7" name="TextBox 6">
            <a:extLst>
              <a:ext uri="{FF2B5EF4-FFF2-40B4-BE49-F238E27FC236}">
                <a16:creationId xmlns:a16="http://schemas.microsoft.com/office/drawing/2014/main" id="{7E8D9A7A-ADE3-3C13-4D4C-8A5B1B8052D3}"/>
              </a:ext>
            </a:extLst>
          </p:cNvPr>
          <p:cNvSpPr txBox="1"/>
          <p:nvPr/>
        </p:nvSpPr>
        <p:spPr>
          <a:xfrm>
            <a:off x="1758865" y="1821257"/>
            <a:ext cx="5037862" cy="2862322"/>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Path delays : [0, 9, 7] x 10^-6</a:t>
            </a:r>
          </a:p>
          <a:p>
            <a:pPr marL="342900" indent="-342900">
              <a:buFont typeface="Wingdings" panose="05000000000000000000" pitchFamily="2" charset="2"/>
              <a:buChar char="Ø"/>
            </a:pPr>
            <a:r>
              <a:rPr lang="en-US" sz="2000" dirty="0">
                <a:solidFill>
                  <a:srgbClr val="FF0000"/>
                </a:solidFill>
                <a:latin typeface="NimbusRomNo9L-Regu"/>
              </a:rPr>
              <a:t>Average path gain: [0, -2, -10] dB</a:t>
            </a:r>
          </a:p>
          <a:p>
            <a:pPr marL="342900" indent="-342900">
              <a:buFont typeface="Wingdings" panose="05000000000000000000" pitchFamily="2" charset="2"/>
              <a:buChar char="Ø"/>
            </a:pPr>
            <a:r>
              <a:rPr lang="en-US" sz="2000" i="0" dirty="0">
                <a:solidFill>
                  <a:srgbClr val="FF0000"/>
                </a:solidFill>
                <a:effectLst/>
                <a:latin typeface="NimbusRomNo9L-Regu"/>
              </a:rPr>
              <a:t>Signal to noise: [-5:5:30] dB</a:t>
            </a:r>
          </a:p>
          <a:p>
            <a:pPr marL="342900" indent="-342900">
              <a:buFont typeface="Wingdings" panose="05000000000000000000" pitchFamily="2" charset="2"/>
              <a:buChar char="Ø"/>
            </a:pPr>
            <a:r>
              <a:rPr lang="en-US" sz="2000" dirty="0">
                <a:solidFill>
                  <a:srgbClr val="FF0000"/>
                </a:solidFill>
                <a:latin typeface="NimbusRomNo9L-Regu"/>
              </a:rPr>
              <a:t>The Maximum Doppler shift </a:t>
            </a:r>
            <a:r>
              <a:rPr lang="en-US" sz="2000" dirty="0" err="1">
                <a:solidFill>
                  <a:srgbClr val="FF0000"/>
                </a:solidFill>
                <a:latin typeface="NimbusRomNo9L-Regu"/>
              </a:rPr>
              <a:t>Fd</a:t>
            </a:r>
            <a:r>
              <a:rPr lang="en-US" sz="2000" dirty="0">
                <a:solidFill>
                  <a:srgbClr val="FF0000"/>
                </a:solidFill>
                <a:latin typeface="NimbusRomNo9L-Regu"/>
              </a:rPr>
              <a:t> = 70 Hz</a:t>
            </a:r>
          </a:p>
          <a:p>
            <a:pPr marL="342900" indent="-342900">
              <a:buFont typeface="Wingdings" panose="05000000000000000000" pitchFamily="2" charset="2"/>
              <a:buChar char="Ø"/>
            </a:pPr>
            <a:r>
              <a:rPr lang="en-US" sz="2000" i="0" dirty="0">
                <a:solidFill>
                  <a:srgbClr val="FF0000"/>
                </a:solidFill>
                <a:effectLst/>
                <a:latin typeface="NimbusRomNo9L-Regu"/>
              </a:rPr>
              <a:t>Data image size : 224 x 224</a:t>
            </a:r>
          </a:p>
          <a:p>
            <a:pPr marL="342900" indent="-342900">
              <a:buFont typeface="Wingdings" panose="05000000000000000000" pitchFamily="2" charset="2"/>
              <a:buChar char="Ø"/>
            </a:pPr>
            <a:r>
              <a:rPr lang="en-US" sz="2000" i="0" dirty="0">
                <a:solidFill>
                  <a:srgbClr val="FF0000"/>
                </a:solidFill>
                <a:effectLst/>
                <a:latin typeface="NimbusRomNo9L-Regu"/>
              </a:rPr>
              <a:t>The number of data in each class: 393,216</a:t>
            </a:r>
          </a:p>
          <a:p>
            <a:pPr marL="342900" indent="-342900">
              <a:buFont typeface="Wingdings" panose="05000000000000000000" pitchFamily="2" charset="2"/>
              <a:buChar char="Ø"/>
            </a:pPr>
            <a:r>
              <a:rPr lang="en-US" sz="2000" dirty="0">
                <a:solidFill>
                  <a:srgbClr val="FF0000"/>
                </a:solidFill>
                <a:latin typeface="NimbusRomNo9L-Regu"/>
              </a:rPr>
              <a:t>The ratio of training set: 70%</a:t>
            </a:r>
          </a:p>
          <a:p>
            <a:pPr marL="342900" indent="-342900">
              <a:buFont typeface="Wingdings" panose="05000000000000000000" pitchFamily="2" charset="2"/>
              <a:buChar char="Ø"/>
            </a:pPr>
            <a:r>
              <a:rPr lang="en-US" sz="2000" i="0" dirty="0">
                <a:solidFill>
                  <a:srgbClr val="FF0000"/>
                </a:solidFill>
                <a:effectLst/>
                <a:latin typeface="NimbusRomNo9L-Regu"/>
              </a:rPr>
              <a:t>The ratio of validation</a:t>
            </a:r>
            <a:r>
              <a:rPr lang="en-US" sz="2000" dirty="0">
                <a:solidFill>
                  <a:srgbClr val="FF0000"/>
                </a:solidFill>
                <a:latin typeface="NimbusRomNo9L-Regu"/>
              </a:rPr>
              <a:t> set: 15%</a:t>
            </a:r>
          </a:p>
          <a:p>
            <a:pPr marL="342900" indent="-342900">
              <a:buFont typeface="Wingdings" panose="05000000000000000000" pitchFamily="2" charset="2"/>
              <a:buChar char="Ø"/>
            </a:pPr>
            <a:r>
              <a:rPr lang="en-US" sz="2000" i="0" dirty="0">
                <a:solidFill>
                  <a:srgbClr val="FF0000"/>
                </a:solidFill>
                <a:effectLst/>
                <a:latin typeface="NimbusRomNo9L-Regu"/>
              </a:rPr>
              <a:t>The ratio of</a:t>
            </a:r>
            <a:r>
              <a:rPr lang="en-US" sz="2000" dirty="0">
                <a:solidFill>
                  <a:srgbClr val="FF0000"/>
                </a:solidFill>
                <a:latin typeface="NimbusRomNo9L-Regu"/>
              </a:rPr>
              <a:t> test set: 15%</a:t>
            </a:r>
            <a:endParaRPr lang="en-US" sz="2000" i="0" dirty="0">
              <a:solidFill>
                <a:srgbClr val="FF0000"/>
              </a:solidFill>
              <a:effectLst/>
              <a:latin typeface="NimbusRomNo9L-Regu"/>
            </a:endParaRPr>
          </a:p>
        </p:txBody>
      </p:sp>
      <p:sp>
        <p:nvSpPr>
          <p:cNvPr id="8" name="TextBox 7">
            <a:extLst>
              <a:ext uri="{FF2B5EF4-FFF2-40B4-BE49-F238E27FC236}">
                <a16:creationId xmlns:a16="http://schemas.microsoft.com/office/drawing/2014/main" id="{EBE2AE8D-0AA9-DAA3-E3C2-6A298E47BB76}"/>
              </a:ext>
            </a:extLst>
          </p:cNvPr>
          <p:cNvSpPr txBox="1"/>
          <p:nvPr/>
        </p:nvSpPr>
        <p:spPr>
          <a:xfrm>
            <a:off x="1189872" y="4683579"/>
            <a:ext cx="8993465" cy="400110"/>
          </a:xfrm>
          <a:prstGeom prst="rect">
            <a:avLst/>
          </a:prstGeom>
          <a:noFill/>
        </p:spPr>
        <p:txBody>
          <a:bodyPr wrap="square">
            <a:spAutoFit/>
          </a:bodyPr>
          <a:lstStyle/>
          <a:p>
            <a:r>
              <a:rPr lang="en-US" sz="2000" b="1" dirty="0">
                <a:solidFill>
                  <a:srgbClr val="0070C0"/>
                </a:solidFill>
                <a:latin typeface="NimbusRomNo9L-Regu"/>
              </a:rPr>
              <a:t>Hardware for training deep learning network</a:t>
            </a:r>
            <a:endParaRPr lang="en-US" sz="2000" b="1" i="0" dirty="0">
              <a:solidFill>
                <a:srgbClr val="0070C0"/>
              </a:solidFill>
              <a:effectLst/>
              <a:latin typeface="NimbusRomNo9L-Regu"/>
            </a:endParaRPr>
          </a:p>
        </p:txBody>
      </p:sp>
      <p:sp>
        <p:nvSpPr>
          <p:cNvPr id="9" name="TextBox 8">
            <a:extLst>
              <a:ext uri="{FF2B5EF4-FFF2-40B4-BE49-F238E27FC236}">
                <a16:creationId xmlns:a16="http://schemas.microsoft.com/office/drawing/2014/main" id="{DEEAB730-C0B6-BB96-54EF-F22EC7BA47A9}"/>
              </a:ext>
            </a:extLst>
          </p:cNvPr>
          <p:cNvSpPr txBox="1"/>
          <p:nvPr/>
        </p:nvSpPr>
        <p:spPr>
          <a:xfrm>
            <a:off x="1758865" y="5124021"/>
            <a:ext cx="3699256" cy="1015663"/>
          </a:xfrm>
          <a:prstGeom prst="rect">
            <a:avLst/>
          </a:prstGeom>
          <a:noFill/>
        </p:spPr>
        <p:txBody>
          <a:bodyPr wrap="square">
            <a:spAutoFit/>
          </a:bodyPr>
          <a:lstStyle/>
          <a:p>
            <a:pPr marL="342900" indent="-342900">
              <a:buFont typeface="Wingdings" panose="05000000000000000000" pitchFamily="2" charset="2"/>
              <a:buChar char="Ø"/>
            </a:pPr>
            <a:r>
              <a:rPr lang="en-US" sz="2000" i="0" dirty="0">
                <a:solidFill>
                  <a:srgbClr val="FF0000"/>
                </a:solidFill>
                <a:effectLst/>
                <a:latin typeface="NimbusRomNo9L-Regu"/>
              </a:rPr>
              <a:t>CPU: 3.8 GHz</a:t>
            </a:r>
          </a:p>
          <a:p>
            <a:pPr marL="342900" indent="-342900">
              <a:buFont typeface="Wingdings" panose="05000000000000000000" pitchFamily="2" charset="2"/>
              <a:buChar char="Ø"/>
            </a:pPr>
            <a:r>
              <a:rPr lang="en-US" sz="2000" dirty="0">
                <a:solidFill>
                  <a:srgbClr val="FF0000"/>
                </a:solidFill>
                <a:latin typeface="NimbusRomNo9L-Regu"/>
              </a:rPr>
              <a:t>RAM: 64 GB</a:t>
            </a:r>
          </a:p>
          <a:p>
            <a:pPr marL="342900" indent="-342900">
              <a:buFont typeface="Wingdings" panose="05000000000000000000" pitchFamily="2" charset="2"/>
              <a:buChar char="Ø"/>
            </a:pPr>
            <a:r>
              <a:rPr lang="en-US" sz="2000" i="0" dirty="0">
                <a:solidFill>
                  <a:srgbClr val="FF0000"/>
                </a:solidFill>
                <a:effectLst/>
                <a:latin typeface="NimbusRomNo9L-Regu"/>
              </a:rPr>
              <a:t>GPU: N</a:t>
            </a:r>
            <a:r>
              <a:rPr lang="en-US" sz="2000" dirty="0">
                <a:solidFill>
                  <a:srgbClr val="FF0000"/>
                </a:solidFill>
                <a:latin typeface="NimbusRomNo9L-Regu"/>
              </a:rPr>
              <a:t>vidia GTX 3060Ti</a:t>
            </a:r>
            <a:endParaRPr lang="en-US" sz="2000" i="0" dirty="0">
              <a:solidFill>
                <a:srgbClr val="FF0000"/>
              </a:solidFill>
              <a:effectLst/>
              <a:latin typeface="NimbusRomNo9L-Regu"/>
            </a:endParaRPr>
          </a:p>
        </p:txBody>
      </p:sp>
      <p:pic>
        <p:nvPicPr>
          <p:cNvPr id="11" name="Picture 10">
            <a:extLst>
              <a:ext uri="{FF2B5EF4-FFF2-40B4-BE49-F238E27FC236}">
                <a16:creationId xmlns:a16="http://schemas.microsoft.com/office/drawing/2014/main" id="{B9C5E9EE-45E6-12B3-2B1E-A59ADA298746}"/>
              </a:ext>
            </a:extLst>
          </p:cNvPr>
          <p:cNvPicPr>
            <a:picLocks noChangeAspect="1"/>
          </p:cNvPicPr>
          <p:nvPr/>
        </p:nvPicPr>
        <p:blipFill>
          <a:blip r:embed="rId3"/>
          <a:stretch>
            <a:fillRect/>
          </a:stretch>
        </p:blipFill>
        <p:spPr>
          <a:xfrm>
            <a:off x="7055261" y="2318773"/>
            <a:ext cx="4858937" cy="1923958"/>
          </a:xfrm>
          <a:prstGeom prst="rect">
            <a:avLst/>
          </a:prstGeom>
        </p:spPr>
      </p:pic>
      <p:pic>
        <p:nvPicPr>
          <p:cNvPr id="1026" name="Picture 2" descr="Card đồ họa RTX 3060 giá chỉ từ 8 triệu 👍 OK chưa | HACOM">
            <a:extLst>
              <a:ext uri="{FF2B5EF4-FFF2-40B4-BE49-F238E27FC236}">
                <a16:creationId xmlns:a16="http://schemas.microsoft.com/office/drawing/2014/main" id="{42806969-6811-4D6D-8485-38F83A63E2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915447" y="4530433"/>
            <a:ext cx="1974130" cy="1974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35808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655896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classification performance</a:t>
            </a:r>
            <a:endParaRPr lang="en-US" sz="2800" kern="0" dirty="0"/>
          </a:p>
        </p:txBody>
      </p:sp>
      <p:pic>
        <p:nvPicPr>
          <p:cNvPr id="4" name="Picture 3">
            <a:extLst>
              <a:ext uri="{FF2B5EF4-FFF2-40B4-BE49-F238E27FC236}">
                <a16:creationId xmlns:a16="http://schemas.microsoft.com/office/drawing/2014/main" id="{6787675D-EC2B-4AB4-8B6C-E2A04580788F}"/>
              </a:ext>
            </a:extLst>
          </p:cNvPr>
          <p:cNvPicPr>
            <a:picLocks noChangeAspect="1"/>
          </p:cNvPicPr>
          <p:nvPr/>
        </p:nvPicPr>
        <p:blipFill>
          <a:blip r:embed="rId3"/>
          <a:stretch>
            <a:fillRect/>
          </a:stretch>
        </p:blipFill>
        <p:spPr>
          <a:xfrm>
            <a:off x="1567687" y="1622590"/>
            <a:ext cx="5973009" cy="4486901"/>
          </a:xfrm>
          <a:prstGeom prst="rect">
            <a:avLst/>
          </a:prstGeom>
        </p:spPr>
      </p:pic>
      <p:sp>
        <p:nvSpPr>
          <p:cNvPr id="6" name="TextBox 5">
            <a:extLst>
              <a:ext uri="{FF2B5EF4-FFF2-40B4-BE49-F238E27FC236}">
                <a16:creationId xmlns:a16="http://schemas.microsoft.com/office/drawing/2014/main" id="{C084CB66-A351-0ED0-DF99-A95195854172}"/>
              </a:ext>
            </a:extLst>
          </p:cNvPr>
          <p:cNvSpPr txBox="1"/>
          <p:nvPr/>
        </p:nvSpPr>
        <p:spPr>
          <a:xfrm>
            <a:off x="7820300" y="1659263"/>
            <a:ext cx="3699256" cy="1323439"/>
          </a:xfrm>
          <a:prstGeom prst="rect">
            <a:avLst/>
          </a:prstGeom>
          <a:noFill/>
        </p:spPr>
        <p:txBody>
          <a:bodyPr wrap="square">
            <a:spAutoFit/>
          </a:bodyPr>
          <a:lstStyle/>
          <a:p>
            <a:r>
              <a:rPr lang="en-US" sz="2000" i="0" dirty="0">
                <a:solidFill>
                  <a:srgbClr val="FF0000"/>
                </a:solidFill>
                <a:effectLst/>
                <a:latin typeface="NimbusRomNo9L-Regu"/>
              </a:rPr>
              <a:t>The classification accuracy for each radar waveform signal class increase when the Signal to Noise (SNR) is high.</a:t>
            </a:r>
          </a:p>
        </p:txBody>
      </p:sp>
      <p:sp>
        <p:nvSpPr>
          <p:cNvPr id="7" name="TextBox 6">
            <a:extLst>
              <a:ext uri="{FF2B5EF4-FFF2-40B4-BE49-F238E27FC236}">
                <a16:creationId xmlns:a16="http://schemas.microsoft.com/office/drawing/2014/main" id="{28CD597A-5C64-CEDC-A734-CB5EFF2CC9DF}"/>
              </a:ext>
            </a:extLst>
          </p:cNvPr>
          <p:cNvSpPr txBox="1"/>
          <p:nvPr/>
        </p:nvSpPr>
        <p:spPr>
          <a:xfrm>
            <a:off x="7820300" y="3158154"/>
            <a:ext cx="3699256" cy="707886"/>
          </a:xfrm>
          <a:prstGeom prst="rect">
            <a:avLst/>
          </a:prstGeom>
          <a:noFill/>
        </p:spPr>
        <p:txBody>
          <a:bodyPr wrap="square">
            <a:spAutoFit/>
          </a:bodyPr>
          <a:lstStyle/>
          <a:p>
            <a:r>
              <a:rPr lang="en-US" sz="2000" i="0" dirty="0">
                <a:solidFill>
                  <a:srgbClr val="0070C0"/>
                </a:solidFill>
                <a:effectLst/>
                <a:latin typeface="NimbusRomNo9L-Regu"/>
              </a:rPr>
              <a:t>All waveform reached than 90% at SNR = 25dB</a:t>
            </a:r>
          </a:p>
        </p:txBody>
      </p:sp>
      <p:sp>
        <p:nvSpPr>
          <p:cNvPr id="8" name="TextBox 7">
            <a:extLst>
              <a:ext uri="{FF2B5EF4-FFF2-40B4-BE49-F238E27FC236}">
                <a16:creationId xmlns:a16="http://schemas.microsoft.com/office/drawing/2014/main" id="{5D2EB858-1B31-A90C-D074-197CDA9FADD8}"/>
              </a:ext>
            </a:extLst>
          </p:cNvPr>
          <p:cNvSpPr txBox="1"/>
          <p:nvPr/>
        </p:nvSpPr>
        <p:spPr>
          <a:xfrm>
            <a:off x="7820300" y="4000370"/>
            <a:ext cx="3699256" cy="1015663"/>
          </a:xfrm>
          <a:prstGeom prst="rect">
            <a:avLst/>
          </a:prstGeom>
          <a:noFill/>
        </p:spPr>
        <p:txBody>
          <a:bodyPr wrap="square">
            <a:spAutoFit/>
          </a:bodyPr>
          <a:lstStyle/>
          <a:p>
            <a:r>
              <a:rPr lang="en-US" sz="2000" i="0" dirty="0" err="1">
                <a:solidFill>
                  <a:srgbClr val="0070C0"/>
                </a:solidFill>
                <a:effectLst/>
                <a:latin typeface="NimbusRomNo9L-Regu"/>
              </a:rPr>
              <a:t>Rect</a:t>
            </a:r>
            <a:r>
              <a:rPr lang="en-US" sz="2000" i="0" dirty="0">
                <a:solidFill>
                  <a:srgbClr val="0070C0"/>
                </a:solidFill>
                <a:effectLst/>
                <a:latin typeface="NimbusRomNo9L-Regu"/>
              </a:rPr>
              <a:t>, Barker, LFM, </a:t>
            </a:r>
            <a:r>
              <a:rPr lang="en-US" sz="2000" i="0" dirty="0" err="1">
                <a:solidFill>
                  <a:srgbClr val="0070C0"/>
                </a:solidFill>
                <a:effectLst/>
                <a:latin typeface="NimbusRomNo9L-Regu"/>
              </a:rPr>
              <a:t>StepAM</a:t>
            </a:r>
            <a:r>
              <a:rPr lang="en-US" sz="2000" i="0" dirty="0">
                <a:solidFill>
                  <a:srgbClr val="0070C0"/>
                </a:solidFill>
                <a:effectLst/>
                <a:latin typeface="NimbusRomNo9L-Regu"/>
              </a:rPr>
              <a:t>, BFM, GFSK, and CPFSK are outstanding with over 95% at 5dB.</a:t>
            </a:r>
          </a:p>
        </p:txBody>
      </p:sp>
    </p:spTree>
    <p:extLst>
      <p:ext uri="{BB962C8B-B14F-4D97-AF65-F5344CB8AC3E}">
        <p14:creationId xmlns:p14="http://schemas.microsoft.com/office/powerpoint/2010/main" val="2697668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4786723"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Confusion matrix</a:t>
            </a:r>
            <a:endParaRPr lang="en-US" sz="2800" kern="0" dirty="0"/>
          </a:p>
        </p:txBody>
      </p:sp>
      <p:sp>
        <p:nvSpPr>
          <p:cNvPr id="6" name="TextBox 5">
            <a:extLst>
              <a:ext uri="{FF2B5EF4-FFF2-40B4-BE49-F238E27FC236}">
                <a16:creationId xmlns:a16="http://schemas.microsoft.com/office/drawing/2014/main" id="{C084CB66-A351-0ED0-DF99-A95195854172}"/>
              </a:ext>
            </a:extLst>
          </p:cNvPr>
          <p:cNvSpPr txBox="1"/>
          <p:nvPr/>
        </p:nvSpPr>
        <p:spPr>
          <a:xfrm>
            <a:off x="4246372" y="1419105"/>
            <a:ext cx="3699256" cy="707886"/>
          </a:xfrm>
          <a:prstGeom prst="rect">
            <a:avLst/>
          </a:prstGeom>
          <a:noFill/>
        </p:spPr>
        <p:txBody>
          <a:bodyPr wrap="square">
            <a:spAutoFit/>
          </a:bodyPr>
          <a:lstStyle/>
          <a:p>
            <a:r>
              <a:rPr lang="en-US" sz="2000" b="1" i="0" dirty="0" err="1">
                <a:solidFill>
                  <a:srgbClr val="FF0000"/>
                </a:solidFill>
                <a:effectLst/>
                <a:latin typeface="NimbusRomNo9L-Regu"/>
              </a:rPr>
              <a:t>RadComNet</a:t>
            </a:r>
            <a:r>
              <a:rPr lang="en-US" sz="2000" b="1" i="0" dirty="0">
                <a:solidFill>
                  <a:srgbClr val="FF0000"/>
                </a:solidFill>
                <a:effectLst/>
                <a:latin typeface="NimbusRomNo9L-Regu"/>
              </a:rPr>
              <a:t> reached impressive result at all classification classes</a:t>
            </a:r>
          </a:p>
        </p:txBody>
      </p:sp>
      <p:pic>
        <p:nvPicPr>
          <p:cNvPr id="2" name="Picture 1">
            <a:extLst>
              <a:ext uri="{FF2B5EF4-FFF2-40B4-BE49-F238E27FC236}">
                <a16:creationId xmlns:a16="http://schemas.microsoft.com/office/drawing/2014/main" id="{2126F13B-62C7-B0A0-1E9C-AC54C9D29BA3}"/>
              </a:ext>
            </a:extLst>
          </p:cNvPr>
          <p:cNvPicPr>
            <a:picLocks noChangeAspect="1"/>
          </p:cNvPicPr>
          <p:nvPr/>
        </p:nvPicPr>
        <p:blipFill>
          <a:blip r:embed="rId3"/>
          <a:stretch>
            <a:fillRect/>
          </a:stretch>
        </p:blipFill>
        <p:spPr>
          <a:xfrm>
            <a:off x="3482162" y="2214715"/>
            <a:ext cx="4988864" cy="4171131"/>
          </a:xfrm>
          <a:prstGeom prst="rect">
            <a:avLst/>
          </a:prstGeom>
        </p:spPr>
      </p:pic>
    </p:spTree>
    <p:extLst>
      <p:ext uri="{BB962C8B-B14F-4D97-AF65-F5344CB8AC3E}">
        <p14:creationId xmlns:p14="http://schemas.microsoft.com/office/powerpoint/2010/main" val="2432641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9166522"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deep network design</a:t>
            </a:r>
            <a:endParaRPr lang="en-US" sz="2800" kern="0" dirty="0"/>
          </a:p>
        </p:txBody>
      </p:sp>
      <p:pic>
        <p:nvPicPr>
          <p:cNvPr id="5" name="Picture 4">
            <a:extLst>
              <a:ext uri="{FF2B5EF4-FFF2-40B4-BE49-F238E27FC236}">
                <a16:creationId xmlns:a16="http://schemas.microsoft.com/office/drawing/2014/main" id="{6ED5885F-83CF-F038-C77D-DE0E3630A7CF}"/>
              </a:ext>
            </a:extLst>
          </p:cNvPr>
          <p:cNvPicPr>
            <a:picLocks noChangeAspect="1"/>
          </p:cNvPicPr>
          <p:nvPr/>
        </p:nvPicPr>
        <p:blipFill>
          <a:blip r:embed="rId3"/>
          <a:stretch>
            <a:fillRect/>
          </a:stretch>
        </p:blipFill>
        <p:spPr>
          <a:xfrm>
            <a:off x="1364429" y="2744032"/>
            <a:ext cx="4920891" cy="3933972"/>
          </a:xfrm>
          <a:prstGeom prst="rect">
            <a:avLst/>
          </a:prstGeom>
        </p:spPr>
      </p:pic>
      <p:pic>
        <p:nvPicPr>
          <p:cNvPr id="7" name="Picture 6">
            <a:extLst>
              <a:ext uri="{FF2B5EF4-FFF2-40B4-BE49-F238E27FC236}">
                <a16:creationId xmlns:a16="http://schemas.microsoft.com/office/drawing/2014/main" id="{EFA10017-C3ED-689B-117B-CA36F8D90146}"/>
              </a:ext>
            </a:extLst>
          </p:cNvPr>
          <p:cNvPicPr>
            <a:picLocks noChangeAspect="1"/>
          </p:cNvPicPr>
          <p:nvPr/>
        </p:nvPicPr>
        <p:blipFill>
          <a:blip r:embed="rId4"/>
          <a:stretch>
            <a:fillRect/>
          </a:stretch>
        </p:blipFill>
        <p:spPr>
          <a:xfrm>
            <a:off x="6624887" y="2768009"/>
            <a:ext cx="5120761" cy="3826806"/>
          </a:xfrm>
          <a:prstGeom prst="rect">
            <a:avLst/>
          </a:prstGeom>
        </p:spPr>
      </p:pic>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the number of RSA blocks</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with different network designs</a:t>
            </a:r>
          </a:p>
        </p:txBody>
      </p:sp>
    </p:spTree>
    <p:extLst>
      <p:ext uri="{BB962C8B-B14F-4D97-AF65-F5344CB8AC3E}">
        <p14:creationId xmlns:p14="http://schemas.microsoft.com/office/powerpoint/2010/main" val="9164525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1546991" y="1815381"/>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different doppler shifts </a:t>
            </a:r>
            <a:r>
              <a:rPr lang="en-US" sz="2000" i="0" dirty="0" err="1">
                <a:solidFill>
                  <a:srgbClr val="0070C0"/>
                </a:solidFill>
                <a:effectLst/>
                <a:latin typeface="NimbusRomNo9L-Regu"/>
              </a:rPr>
              <a:t>Fd</a:t>
            </a:r>
            <a:r>
              <a:rPr lang="en-US" sz="2000" i="0" dirty="0">
                <a:solidFill>
                  <a:srgbClr val="0070C0"/>
                </a:solidFill>
                <a:effectLst/>
                <a:latin typeface="NimbusRomNo9L-Regu"/>
              </a:rPr>
              <a:t> </a:t>
            </a:r>
          </a:p>
        </p:txBody>
      </p:sp>
      <p:sp>
        <p:nvSpPr>
          <p:cNvPr id="10" name="TextBox 9">
            <a:extLst>
              <a:ext uri="{FF2B5EF4-FFF2-40B4-BE49-F238E27FC236}">
                <a16:creationId xmlns:a16="http://schemas.microsoft.com/office/drawing/2014/main" id="{40146FFA-4549-D72E-C13A-12B37668D618}"/>
              </a:ext>
            </a:extLst>
          </p:cNvPr>
          <p:cNvSpPr txBox="1"/>
          <p:nvPr/>
        </p:nvSpPr>
        <p:spPr>
          <a:xfrm>
            <a:off x="6624887" y="1787650"/>
            <a:ext cx="4555766" cy="707886"/>
          </a:xfrm>
          <a:prstGeom prst="rect">
            <a:avLst/>
          </a:prstGeom>
          <a:noFill/>
        </p:spPr>
        <p:txBody>
          <a:bodyPr wrap="square">
            <a:spAutoFit/>
          </a:bodyPr>
          <a:lstStyle/>
          <a:p>
            <a:r>
              <a:rPr lang="en-US" sz="2000" i="0" dirty="0">
                <a:solidFill>
                  <a:srgbClr val="0070C0"/>
                </a:solidFill>
                <a:effectLst/>
                <a:latin typeface="NimbusRomNo9L-Regu"/>
              </a:rPr>
              <a:t>Classification performance in difference image sizes</a:t>
            </a:r>
          </a:p>
        </p:txBody>
      </p:sp>
      <p:pic>
        <p:nvPicPr>
          <p:cNvPr id="2" name="Picture 1">
            <a:extLst>
              <a:ext uri="{FF2B5EF4-FFF2-40B4-BE49-F238E27FC236}">
                <a16:creationId xmlns:a16="http://schemas.microsoft.com/office/drawing/2014/main" id="{546AAD5A-055C-765A-59B1-C8AFE0CA9B1E}"/>
              </a:ext>
            </a:extLst>
          </p:cNvPr>
          <p:cNvPicPr>
            <a:picLocks noChangeAspect="1"/>
          </p:cNvPicPr>
          <p:nvPr/>
        </p:nvPicPr>
        <p:blipFill>
          <a:blip r:embed="rId3"/>
          <a:stretch>
            <a:fillRect/>
          </a:stretch>
        </p:blipFill>
        <p:spPr>
          <a:xfrm>
            <a:off x="1439844" y="2612649"/>
            <a:ext cx="4656156" cy="3918149"/>
          </a:xfrm>
          <a:prstGeom prst="rect">
            <a:avLst/>
          </a:prstGeom>
        </p:spPr>
      </p:pic>
      <p:pic>
        <p:nvPicPr>
          <p:cNvPr id="4" name="Picture 3">
            <a:extLst>
              <a:ext uri="{FF2B5EF4-FFF2-40B4-BE49-F238E27FC236}">
                <a16:creationId xmlns:a16="http://schemas.microsoft.com/office/drawing/2014/main" id="{F7F35DA7-C1C3-ADF2-8FBF-67403F3364E0}"/>
              </a:ext>
            </a:extLst>
          </p:cNvPr>
          <p:cNvPicPr>
            <a:picLocks noChangeAspect="1"/>
          </p:cNvPicPr>
          <p:nvPr/>
        </p:nvPicPr>
        <p:blipFill>
          <a:blip r:embed="rId4"/>
          <a:stretch>
            <a:fillRect/>
          </a:stretch>
        </p:blipFill>
        <p:spPr>
          <a:xfrm>
            <a:off x="6644191" y="2612649"/>
            <a:ext cx="4837655" cy="3924425"/>
          </a:xfrm>
          <a:prstGeom prst="rect">
            <a:avLst/>
          </a:prstGeom>
        </p:spPr>
      </p:pic>
    </p:spTree>
    <p:extLst>
      <p:ext uri="{BB962C8B-B14F-4D97-AF65-F5344CB8AC3E}">
        <p14:creationId xmlns:p14="http://schemas.microsoft.com/office/powerpoint/2010/main" val="1389238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1514024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22684436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b="1" dirty="0">
                <a:latin typeface="Space Mono" panose="020B0604020202020204" charset="0"/>
              </a:rPr>
              <a:t>EVALUTION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Google Shape;272;p24">
            <a:extLst>
              <a:ext uri="{FF2B5EF4-FFF2-40B4-BE49-F238E27FC236}">
                <a16:creationId xmlns:a16="http://schemas.microsoft.com/office/drawing/2014/main" id="{F3F954E3-2CCE-C199-2F62-4023A20F6B2D}"/>
              </a:ext>
            </a:extLst>
          </p:cNvPr>
          <p:cNvSpPr txBox="1">
            <a:spLocks/>
          </p:cNvSpPr>
          <p:nvPr/>
        </p:nvSpPr>
        <p:spPr>
          <a:xfrm>
            <a:off x="1189871" y="794827"/>
            <a:ext cx="7831581" cy="574709"/>
          </a:xfrm>
          <a:prstGeom prst="rect">
            <a:avLst/>
          </a:prstGeom>
          <a:noFill/>
          <a:ln>
            <a:noFill/>
          </a:ln>
        </p:spPr>
        <p:txBody>
          <a:bodyPr spcFirstLastPara="1" wrap="square" lIns="101591" tIns="101591" rIns="101591" bIns="101591"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1pPr>
            <a:lvl2pPr marR="0" lvl="1"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2pPr>
            <a:lvl3pPr marR="0" lvl="2"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3pPr>
            <a:lvl4pPr marR="0" lvl="3"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4pPr>
            <a:lvl5pPr marR="0" lvl="4"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5pPr>
            <a:lvl6pPr marR="0" lvl="5"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6pPr>
            <a:lvl7pPr marR="0" lvl="6"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7pPr>
            <a:lvl8pPr marR="0" lvl="7"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8pPr>
            <a:lvl9pPr marR="0" lvl="8" algn="ctr" rtl="0">
              <a:lnSpc>
                <a:spcPct val="100000"/>
              </a:lnSpc>
              <a:spcBef>
                <a:spcPts val="0"/>
              </a:spcBef>
              <a:spcAft>
                <a:spcPts val="0"/>
              </a:spcAft>
              <a:buClr>
                <a:schemeClr val="dk1"/>
              </a:buClr>
              <a:buSzPts val="7800"/>
              <a:buFont typeface="Space Mono"/>
              <a:buNone/>
              <a:defRPr sz="7800" b="1" i="0" u="none" strike="noStrike" cap="none">
                <a:solidFill>
                  <a:schemeClr val="dk1"/>
                </a:solidFill>
                <a:latin typeface="Space Mono"/>
                <a:ea typeface="Space Mono"/>
                <a:cs typeface="Space Mono"/>
                <a:sym typeface="Space Mono"/>
              </a:defRPr>
            </a:lvl9pPr>
          </a:lstStyle>
          <a:p>
            <a:r>
              <a:rPr lang="en-US" sz="2800" kern="0" dirty="0" err="1">
                <a:latin typeface="Space Mono" panose="020B0604020202020204" charset="0"/>
              </a:rPr>
              <a:t>RadComNet</a:t>
            </a:r>
            <a:r>
              <a:rPr lang="en-US" sz="2800" kern="0" dirty="0">
                <a:latin typeface="Space Mono" panose="020B0604020202020204" charset="0"/>
              </a:rPr>
              <a:t> Performance in different Parameters</a:t>
            </a:r>
            <a:endParaRPr lang="en-US" sz="2800" kern="0" dirty="0"/>
          </a:p>
        </p:txBody>
      </p:sp>
      <p:sp>
        <p:nvSpPr>
          <p:cNvPr id="9" name="TextBox 8">
            <a:extLst>
              <a:ext uri="{FF2B5EF4-FFF2-40B4-BE49-F238E27FC236}">
                <a16:creationId xmlns:a16="http://schemas.microsoft.com/office/drawing/2014/main" id="{C1A0DDC4-1ABD-F729-9ADD-EFE46E3C370A}"/>
              </a:ext>
            </a:extLst>
          </p:cNvPr>
          <p:cNvSpPr txBox="1"/>
          <p:nvPr/>
        </p:nvSpPr>
        <p:spPr>
          <a:xfrm>
            <a:off x="2546231" y="1486927"/>
            <a:ext cx="8841347" cy="707886"/>
          </a:xfrm>
          <a:prstGeom prst="rect">
            <a:avLst/>
          </a:prstGeom>
          <a:noFill/>
        </p:spPr>
        <p:txBody>
          <a:bodyPr wrap="square">
            <a:spAutoFit/>
          </a:bodyPr>
          <a:lstStyle/>
          <a:p>
            <a:r>
              <a:rPr lang="en-US" sz="2000" b="1" i="0" dirty="0">
                <a:solidFill>
                  <a:srgbClr val="0070C0"/>
                </a:solidFill>
                <a:effectLst/>
                <a:latin typeface="NimbusRomNo9L-Regu"/>
              </a:rPr>
              <a:t>Performance comparison between </a:t>
            </a:r>
            <a:r>
              <a:rPr lang="en-US" sz="2000" b="1" i="0" dirty="0" err="1">
                <a:solidFill>
                  <a:srgbClr val="0070C0"/>
                </a:solidFill>
                <a:effectLst/>
                <a:latin typeface="NimbusRomNo9L-Regu"/>
              </a:rPr>
              <a:t>RadComNet</a:t>
            </a:r>
            <a:r>
              <a:rPr lang="en-US" sz="2000" b="1" i="0" dirty="0">
                <a:solidFill>
                  <a:srgbClr val="0070C0"/>
                </a:solidFill>
                <a:effectLst/>
                <a:latin typeface="NimbusRomNo9L-Regu"/>
              </a:rPr>
              <a:t> with other existing</a:t>
            </a:r>
          </a:p>
          <a:p>
            <a:r>
              <a:rPr lang="en-US" sz="2000" b="1" i="0" dirty="0">
                <a:solidFill>
                  <a:srgbClr val="0070C0"/>
                </a:solidFill>
                <a:effectLst/>
                <a:latin typeface="NimbusRomNo9L-Regu"/>
              </a:rPr>
              <a:t>methods and various backbone networks</a:t>
            </a:r>
          </a:p>
        </p:txBody>
      </p:sp>
      <p:pic>
        <p:nvPicPr>
          <p:cNvPr id="5" name="Picture 4">
            <a:extLst>
              <a:ext uri="{FF2B5EF4-FFF2-40B4-BE49-F238E27FC236}">
                <a16:creationId xmlns:a16="http://schemas.microsoft.com/office/drawing/2014/main" id="{94E0A18B-58A2-2BE1-6A8C-14223C58689C}"/>
              </a:ext>
            </a:extLst>
          </p:cNvPr>
          <p:cNvPicPr>
            <a:picLocks noChangeAspect="1"/>
          </p:cNvPicPr>
          <p:nvPr/>
        </p:nvPicPr>
        <p:blipFill>
          <a:blip r:embed="rId3"/>
          <a:stretch>
            <a:fillRect/>
          </a:stretch>
        </p:blipFill>
        <p:spPr>
          <a:xfrm>
            <a:off x="3117815" y="2188104"/>
            <a:ext cx="6545113" cy="4224800"/>
          </a:xfrm>
          <a:prstGeom prst="rect">
            <a:avLst/>
          </a:prstGeom>
        </p:spPr>
      </p:pic>
    </p:spTree>
    <p:extLst>
      <p:ext uri="{BB962C8B-B14F-4D97-AF65-F5344CB8AC3E}">
        <p14:creationId xmlns:p14="http://schemas.microsoft.com/office/powerpoint/2010/main" val="38838265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CONCLUSION</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6" name="TextBox 5">
            <a:extLst>
              <a:ext uri="{FF2B5EF4-FFF2-40B4-BE49-F238E27FC236}">
                <a16:creationId xmlns:a16="http://schemas.microsoft.com/office/drawing/2014/main" id="{B7D23246-C842-7933-BCFC-3CE179BF9849}"/>
              </a:ext>
            </a:extLst>
          </p:cNvPr>
          <p:cNvSpPr txBox="1"/>
          <p:nvPr/>
        </p:nvSpPr>
        <p:spPr>
          <a:xfrm>
            <a:off x="1263193" y="814327"/>
            <a:ext cx="10576875" cy="4438395"/>
          </a:xfrm>
          <a:prstGeom prst="rect">
            <a:avLst/>
          </a:prstGeom>
          <a:noFill/>
        </p:spPr>
        <p:txBody>
          <a:bodyPr wrap="square">
            <a:spAutoFit/>
          </a:bodyPr>
          <a:lstStyle/>
          <a:p>
            <a:pPr marL="342900" indent="-342900">
              <a:lnSpc>
                <a:spcPct val="200000"/>
              </a:lnSpc>
              <a:buFont typeface="+mj-lt"/>
              <a:buAutoNum type="arabicPeriod"/>
            </a:pPr>
            <a:r>
              <a:rPr lang="en-US" b="1" dirty="0">
                <a:solidFill>
                  <a:srgbClr val="0070C0"/>
                </a:solidFill>
              </a:rPr>
              <a:t>Introduction of </a:t>
            </a:r>
            <a:r>
              <a:rPr lang="en-US" b="1" dirty="0" err="1">
                <a:solidFill>
                  <a:srgbClr val="0070C0"/>
                </a:solidFill>
              </a:rPr>
              <a:t>RadComNet</a:t>
            </a:r>
            <a:r>
              <a:rPr lang="en-US" b="1" dirty="0">
                <a:solidFill>
                  <a:srgbClr val="0070C0"/>
                </a:solidFill>
              </a:rPr>
              <a:t>: Efficient radar-communication waveform classification method.</a:t>
            </a:r>
          </a:p>
          <a:p>
            <a:pPr marL="342900" indent="-342900">
              <a:lnSpc>
                <a:spcPct val="200000"/>
              </a:lnSpc>
              <a:buFont typeface="+mj-lt"/>
              <a:buAutoNum type="arabicPeriod"/>
            </a:pPr>
            <a:r>
              <a:rPr lang="en-US" b="1" dirty="0">
                <a:solidFill>
                  <a:srgbClr val="0070C0"/>
                </a:solidFill>
              </a:rPr>
              <a:t>Aim: Alleviation of spectrum congestion through deep </a:t>
            </a:r>
            <a:r>
              <a:rPr lang="en-US" b="1" dirty="0" err="1">
                <a:solidFill>
                  <a:srgbClr val="0070C0"/>
                </a:solidFill>
              </a:rPr>
              <a:t>ConvNet</a:t>
            </a:r>
            <a:r>
              <a:rPr lang="en-US" b="1" dirty="0">
                <a:solidFill>
                  <a:srgbClr val="0070C0"/>
                </a:solidFill>
              </a:rPr>
              <a:t> with SPWVD representation.</a:t>
            </a:r>
          </a:p>
          <a:p>
            <a:pPr marL="342900" indent="-342900">
              <a:lnSpc>
                <a:spcPct val="200000"/>
              </a:lnSpc>
              <a:buFont typeface="+mj-lt"/>
              <a:buAutoNum type="arabicPeriod"/>
            </a:pPr>
            <a:r>
              <a:rPr lang="en-US" b="1" dirty="0">
                <a:solidFill>
                  <a:srgbClr val="0070C0"/>
                </a:solidFill>
              </a:rPr>
              <a:t>Features: Cutting-edge architecture, multiple techniques, and advanced topologies.</a:t>
            </a:r>
          </a:p>
          <a:p>
            <a:pPr marL="342900" indent="-342900">
              <a:lnSpc>
                <a:spcPct val="200000"/>
              </a:lnSpc>
              <a:buFont typeface="+mj-lt"/>
              <a:buAutoNum type="arabicPeriod"/>
            </a:pPr>
            <a:r>
              <a:rPr lang="en-US" b="1" dirty="0">
                <a:solidFill>
                  <a:srgbClr val="0070C0"/>
                </a:solidFill>
              </a:rPr>
              <a:t>Goal: Reduction of complexity without compromising accuracy.</a:t>
            </a:r>
          </a:p>
          <a:p>
            <a:pPr marL="342900" indent="-342900">
              <a:lnSpc>
                <a:spcPct val="200000"/>
              </a:lnSpc>
              <a:buFont typeface="+mj-lt"/>
              <a:buAutoNum type="arabicPeriod"/>
            </a:pPr>
            <a:r>
              <a:rPr lang="en-US" b="1" dirty="0">
                <a:solidFill>
                  <a:srgbClr val="0070C0"/>
                </a:solidFill>
              </a:rPr>
              <a:t>Performance: Robust classification on a dataset of 12 radar and communication waveforms.</a:t>
            </a:r>
          </a:p>
          <a:p>
            <a:pPr marL="342900" indent="-342900">
              <a:lnSpc>
                <a:spcPct val="200000"/>
              </a:lnSpc>
              <a:buFont typeface="+mj-lt"/>
              <a:buAutoNum type="arabicPeriod"/>
            </a:pPr>
            <a:r>
              <a:rPr lang="en-US" b="1" dirty="0">
                <a:solidFill>
                  <a:srgbClr val="0070C0"/>
                </a:solidFill>
              </a:rPr>
              <a:t>Comparison: </a:t>
            </a:r>
            <a:r>
              <a:rPr lang="en-US" b="1" dirty="0" err="1">
                <a:solidFill>
                  <a:srgbClr val="0070C0"/>
                </a:solidFill>
              </a:rPr>
              <a:t>RadComNet</a:t>
            </a:r>
            <a:r>
              <a:rPr lang="en-US" b="1" dirty="0">
                <a:solidFill>
                  <a:srgbClr val="0070C0"/>
                </a:solidFill>
              </a:rPr>
              <a:t> achieves comparable accuracy to other deep models but with significantly lower complexity and faster processing, suitable for resource-constrained devices.</a:t>
            </a:r>
          </a:p>
        </p:txBody>
      </p:sp>
      <p:pic>
        <p:nvPicPr>
          <p:cNvPr id="4098" name="Picture 2" descr="22 Icon ý tưởng | biểu tượng ứng dụng, ứng dụng, ảnh tường cho điện thoại">
            <a:extLst>
              <a:ext uri="{FF2B5EF4-FFF2-40B4-BE49-F238E27FC236}">
                <a16:creationId xmlns:a16="http://schemas.microsoft.com/office/drawing/2014/main" id="{5311BF01-1461-DF66-8BBB-595CC98078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76973" y="4799027"/>
            <a:ext cx="1752404" cy="17524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87129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5411330"/>
          </a:xfrm>
          <a:prstGeom prst="rect">
            <a:avLst/>
          </a:prstGeom>
          <a:noFill/>
        </p:spPr>
        <p:txBody>
          <a:bodyPr wrap="square">
            <a:spAutoFit/>
          </a:bodyPr>
          <a:lstStyle/>
          <a:p>
            <a:r>
              <a:rPr lang="en-US" sz="1500" b="0" i="0" dirty="0">
                <a:solidFill>
                  <a:srgbClr val="000000"/>
                </a:solidFill>
                <a:effectLst/>
                <a:latin typeface="NimbusRomNo9L-Regu"/>
              </a:rPr>
              <a:t>[1] P. Gong, K. Xu, Y. Wu, J. Zhang, and H. C. So, “Optimization</a:t>
            </a:r>
          </a:p>
          <a:p>
            <a:r>
              <a:rPr lang="en-US" sz="1500" b="0" i="0" dirty="0">
                <a:solidFill>
                  <a:srgbClr val="000000"/>
                </a:solidFill>
                <a:effectLst/>
                <a:latin typeface="NimbusRomNo9L-Regu"/>
              </a:rPr>
              <a:t>of LPI-FDA-MIMO radar and MIMO communication for spectrum coexistence,”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Wirel</a:t>
            </a:r>
            <a:r>
              <a:rPr lang="en-US" sz="1500" b="0" i="1" dirty="0">
                <a:solidFill>
                  <a:srgbClr val="000000"/>
                </a:solidFill>
                <a:effectLst/>
                <a:latin typeface="NimbusRomNo9L-ReguItal"/>
              </a:rPr>
              <a:t>.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 Lett.</a:t>
            </a:r>
            <a:r>
              <a:rPr lang="en-US" sz="1500" b="0" i="0" dirty="0">
                <a:solidFill>
                  <a:srgbClr val="000000"/>
                </a:solidFill>
                <a:effectLst/>
                <a:latin typeface="NimbusRomNo9L-Regu"/>
              </a:rPr>
              <a:t>, 2023, Early Access.</a:t>
            </a:r>
          </a:p>
          <a:p>
            <a:r>
              <a:rPr lang="en-US" sz="1500" b="0" i="0" dirty="0">
                <a:solidFill>
                  <a:srgbClr val="000000"/>
                </a:solidFill>
                <a:effectLst/>
                <a:latin typeface="NimbusRomNo9L-Regu"/>
              </a:rPr>
              <a:t>[2] A. </a:t>
            </a:r>
            <a:r>
              <a:rPr lang="en-US" sz="1500" b="0" i="0" dirty="0" err="1">
                <a:solidFill>
                  <a:srgbClr val="000000"/>
                </a:solidFill>
                <a:effectLst/>
                <a:latin typeface="NimbusRomNo9L-Regu"/>
              </a:rPr>
              <a:t>Venon</a:t>
            </a:r>
            <a:r>
              <a:rPr lang="en-US" sz="1500" b="0" i="0" dirty="0">
                <a:solidFill>
                  <a:srgbClr val="000000"/>
                </a:solidFill>
                <a:effectLst/>
                <a:latin typeface="NimbusRomNo9L-Regu"/>
              </a:rPr>
              <a:t>, Y. Dupuis, P. </a:t>
            </a:r>
            <a:r>
              <a:rPr lang="en-US" sz="1500" b="0" i="0" dirty="0" err="1">
                <a:solidFill>
                  <a:srgbClr val="000000"/>
                </a:solidFill>
                <a:effectLst/>
                <a:latin typeface="NimbusRomNo9L-Regu"/>
              </a:rPr>
              <a:t>Vasseur</a:t>
            </a:r>
            <a:r>
              <a:rPr lang="en-US" sz="1500" b="0" i="0" dirty="0">
                <a:solidFill>
                  <a:srgbClr val="000000"/>
                </a:solidFill>
                <a:effectLst/>
                <a:latin typeface="NimbusRomNo9L-Regu"/>
              </a:rPr>
              <a:t>, and P. </a:t>
            </a:r>
            <a:r>
              <a:rPr lang="en-US" sz="1500" b="0" i="0" dirty="0" err="1">
                <a:solidFill>
                  <a:srgbClr val="000000"/>
                </a:solidFill>
                <a:effectLst/>
                <a:latin typeface="NimbusRomNo9L-Regu"/>
              </a:rPr>
              <a:t>Merriaux</a:t>
            </a:r>
            <a:r>
              <a:rPr lang="en-US" sz="1500" b="0" i="0" dirty="0">
                <a:solidFill>
                  <a:srgbClr val="000000"/>
                </a:solidFill>
                <a:effectLst/>
                <a:latin typeface="NimbusRomNo9L-Regu"/>
              </a:rPr>
              <a:t>, “Millimeter wave</a:t>
            </a:r>
          </a:p>
          <a:p>
            <a:r>
              <a:rPr lang="en-US" sz="1500" b="0" i="0" dirty="0">
                <a:solidFill>
                  <a:srgbClr val="000000"/>
                </a:solidFill>
                <a:effectLst/>
                <a:latin typeface="NimbusRomNo9L-Regu"/>
              </a:rPr>
              <a:t>FMCW RADARs for perception, recognition and localization in automotive applications: A survey,” </a:t>
            </a:r>
            <a:r>
              <a:rPr lang="en-US" sz="1500" b="0" i="1" dirty="0">
                <a:solidFill>
                  <a:srgbClr val="000000"/>
                </a:solidFill>
                <a:effectLst/>
                <a:latin typeface="NimbusRomNo9L-ReguItal"/>
              </a:rPr>
              <a:t>IEEE Trans. </a:t>
            </a:r>
            <a:r>
              <a:rPr lang="en-US" sz="1500" b="0" i="1" dirty="0" err="1">
                <a:solidFill>
                  <a:srgbClr val="000000"/>
                </a:solidFill>
                <a:effectLst/>
                <a:latin typeface="NimbusRomNo9L-ReguItal"/>
              </a:rPr>
              <a:t>Intell</a:t>
            </a:r>
            <a:r>
              <a:rPr lang="en-US" sz="1500" b="0" i="1" dirty="0">
                <a:solidFill>
                  <a:srgbClr val="000000"/>
                </a:solidFill>
                <a:effectLst/>
                <a:latin typeface="NimbusRomNo9L-ReguItal"/>
              </a:rPr>
              <a:t>. Veh.</a:t>
            </a:r>
            <a:r>
              <a:rPr lang="en-US" sz="1500" b="0" i="0" dirty="0">
                <a:solidFill>
                  <a:srgbClr val="000000"/>
                </a:solidFill>
                <a:effectLst/>
                <a:latin typeface="NimbusRomNo9L-Regu"/>
              </a:rPr>
              <a:t>, vol. 7, no. 3, pp. 533–555, Sep. 2022.</a:t>
            </a:r>
          </a:p>
          <a:p>
            <a:r>
              <a:rPr lang="en-US" sz="1500" b="0" i="0" dirty="0">
                <a:solidFill>
                  <a:srgbClr val="000000"/>
                </a:solidFill>
                <a:effectLst/>
                <a:latin typeface="NimbusRomNo9L-Regu"/>
              </a:rPr>
              <a:t>[3] S. Zheng, S. Chen, P. Qi, H. Zhou, and X. Yang, “Spectrum sensing</a:t>
            </a:r>
          </a:p>
          <a:p>
            <a:r>
              <a:rPr lang="en-US" sz="1500" b="0" i="0" dirty="0">
                <a:solidFill>
                  <a:srgbClr val="000000"/>
                </a:solidFill>
                <a:effectLst/>
                <a:latin typeface="NimbusRomNo9L-Regu"/>
              </a:rPr>
              <a:t>based on deep learning classification for cognitive radios,” </a:t>
            </a:r>
            <a:r>
              <a:rPr lang="en-US" sz="1500" b="0" i="1" dirty="0">
                <a:solidFill>
                  <a:srgbClr val="000000"/>
                </a:solidFill>
                <a:effectLst/>
                <a:latin typeface="NimbusRomNo9L-ReguItal"/>
              </a:rPr>
              <a:t>China </a:t>
            </a:r>
            <a:r>
              <a:rPr lang="en-US" sz="1500" b="0" i="1" dirty="0" err="1">
                <a:solidFill>
                  <a:srgbClr val="000000"/>
                </a:solidFill>
                <a:effectLst/>
                <a:latin typeface="NimbusRomNo9L-ReguItal"/>
              </a:rPr>
              <a:t>Commun</a:t>
            </a:r>
            <a:r>
              <a:rPr lang="en-US" sz="1500" b="0" i="1" dirty="0">
                <a:solidFill>
                  <a:srgbClr val="000000"/>
                </a:solidFill>
                <a:effectLst/>
                <a:latin typeface="NimbusRomNo9L-ReguItal"/>
              </a:rPr>
              <a:t>.</a:t>
            </a:r>
            <a:r>
              <a:rPr lang="en-US" sz="1500" b="0" i="0" dirty="0">
                <a:solidFill>
                  <a:srgbClr val="000000"/>
                </a:solidFill>
                <a:effectLst/>
                <a:latin typeface="NimbusRomNo9L-Regu"/>
              </a:rPr>
              <a:t>, vol. 17, no. 2, pp. 138–148, Feb. 2020.</a:t>
            </a:r>
          </a:p>
          <a:p>
            <a:r>
              <a:rPr lang="en-US" sz="1500" b="0" i="0" dirty="0">
                <a:solidFill>
                  <a:srgbClr val="000000"/>
                </a:solidFill>
                <a:effectLst/>
                <a:latin typeface="NimbusRomNo9L-Regu"/>
              </a:rPr>
              <a:t>[4] A. Lin, Z. Ma, Z. Huang, Y. Xia, and W. Yu, “Unknown radar waveform</a:t>
            </a:r>
          </a:p>
          <a:p>
            <a:r>
              <a:rPr lang="en-US" sz="1500" b="0" i="0" dirty="0">
                <a:solidFill>
                  <a:srgbClr val="000000"/>
                </a:solidFill>
                <a:effectLst/>
                <a:latin typeface="NimbusRomNo9L-Regu"/>
              </a:rPr>
              <a:t>recognition based on transferred deep learning,” </a:t>
            </a:r>
            <a:r>
              <a:rPr lang="en-US" sz="1500" b="0" i="1" dirty="0">
                <a:solidFill>
                  <a:srgbClr val="000000"/>
                </a:solidFill>
                <a:effectLst/>
                <a:latin typeface="NimbusRomNo9L-ReguItal"/>
              </a:rPr>
              <a:t>IEEE Access</a:t>
            </a:r>
            <a:r>
              <a:rPr lang="en-US" sz="1500" b="0" i="0" dirty="0">
                <a:solidFill>
                  <a:srgbClr val="000000"/>
                </a:solidFill>
                <a:effectLst/>
                <a:latin typeface="NimbusRomNo9L-Regu"/>
              </a:rPr>
              <a:t>, vol. 8, pp.</a:t>
            </a:r>
          </a:p>
          <a:p>
            <a:r>
              <a:rPr lang="en-US" sz="1500" b="0" i="0" dirty="0">
                <a:solidFill>
                  <a:srgbClr val="000000"/>
                </a:solidFill>
                <a:effectLst/>
                <a:latin typeface="NimbusRomNo9L-Regu"/>
              </a:rPr>
              <a:t>184 793–184 807, 2020.</a:t>
            </a:r>
          </a:p>
          <a:p>
            <a:r>
              <a:rPr lang="en-US" sz="1500" b="0" i="0" dirty="0">
                <a:solidFill>
                  <a:srgbClr val="000000"/>
                </a:solidFill>
                <a:effectLst/>
                <a:latin typeface="NimbusRomNo9L-Regu"/>
              </a:rPr>
              <a:t>[5]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recognition in multipath</a:t>
            </a:r>
          </a:p>
          <a:p>
            <a:r>
              <a:rPr lang="en-US" sz="1500" b="0" i="0" dirty="0">
                <a:solidFill>
                  <a:srgbClr val="000000"/>
                </a:solidFill>
                <a:effectLst/>
                <a:latin typeface="NimbusRomNo9L-Regu"/>
              </a:rPr>
              <a:t>fading using autoencoder and CNN with </a:t>
            </a:r>
            <a:r>
              <a:rPr lang="en-US" sz="1500" b="0" i="0" dirty="0" err="1">
                <a:solidFill>
                  <a:srgbClr val="000000"/>
                </a:solidFill>
                <a:effectLst/>
                <a:latin typeface="NimbusRomNo9L-Regu"/>
              </a:rPr>
              <a:t>fourier</a:t>
            </a:r>
            <a:r>
              <a:rPr lang="en-US" sz="1500" b="0" i="0" dirty="0">
                <a:solidFill>
                  <a:srgbClr val="000000"/>
                </a:solidFill>
                <a:effectLst/>
                <a:latin typeface="NimbusRomNo9L-Regu"/>
              </a:rPr>
              <a:t> </a:t>
            </a:r>
            <a:r>
              <a:rPr lang="en-US" sz="1500" b="0" i="0" dirty="0" err="1">
                <a:solidFill>
                  <a:srgbClr val="000000"/>
                </a:solidFill>
                <a:effectLst/>
                <a:latin typeface="NimbusRomNo9L-Regu"/>
              </a:rPr>
              <a:t>synchrosqueezing</a:t>
            </a:r>
            <a:r>
              <a:rPr lang="en-US" sz="1500" b="0" i="0" dirty="0">
                <a:solidFill>
                  <a:srgbClr val="000000"/>
                </a:solidFill>
                <a:effectLst/>
                <a:latin typeface="NimbusRomNo9L-Regu"/>
              </a:rPr>
              <a:t> transform,” in </a:t>
            </a:r>
            <a:r>
              <a:rPr lang="en-US" sz="1500" b="0" i="1" dirty="0">
                <a:solidFill>
                  <a:srgbClr val="000000"/>
                </a:solidFill>
                <a:effectLst/>
                <a:latin typeface="NimbusRomNo9L-ReguItal"/>
              </a:rPr>
              <a:t>Proc. IEEE RADAR</a:t>
            </a:r>
            <a:r>
              <a:rPr lang="en-US" sz="1500" b="0" i="0" dirty="0">
                <a:solidFill>
                  <a:srgbClr val="000000"/>
                </a:solidFill>
                <a:effectLst/>
                <a:latin typeface="NimbusRomNo9L-Regu"/>
              </a:rPr>
              <a:t>, 2020, pp. 612–617.</a:t>
            </a:r>
          </a:p>
          <a:p>
            <a:r>
              <a:rPr lang="en-US" sz="1500" b="0" i="0" dirty="0">
                <a:solidFill>
                  <a:srgbClr val="000000"/>
                </a:solidFill>
                <a:effectLst/>
                <a:latin typeface="NimbusRomNo9L-Regu"/>
              </a:rPr>
              <a:t>[6] H. Huang, Y. Li, J. Liu, D. Shen, G. Chen, E. </a:t>
            </a:r>
            <a:r>
              <a:rPr lang="en-US" sz="1500" b="0" i="0" dirty="0" err="1">
                <a:solidFill>
                  <a:srgbClr val="000000"/>
                </a:solidFill>
                <a:effectLst/>
                <a:latin typeface="NimbusRomNo9L-Regu"/>
              </a:rPr>
              <a:t>Blasch</a:t>
            </a:r>
            <a:r>
              <a:rPr lang="en-US" sz="1500" b="0" i="0" dirty="0">
                <a:solidFill>
                  <a:srgbClr val="000000"/>
                </a:solidFill>
                <a:effectLst/>
                <a:latin typeface="NimbusRomNo9L-Regu"/>
              </a:rPr>
              <a:t>, and K. Pham,</a:t>
            </a:r>
          </a:p>
          <a:p>
            <a:r>
              <a:rPr lang="en-US" sz="1500" b="0" i="0" dirty="0">
                <a:solidFill>
                  <a:srgbClr val="000000"/>
                </a:solidFill>
                <a:effectLst/>
                <a:latin typeface="NimbusRomNo9L-Regu"/>
              </a:rPr>
              <a:t>“LPI waveform recognition using adaptive feature construction and convolutional neural networks,” </a:t>
            </a:r>
            <a:r>
              <a:rPr lang="en-US" sz="1500" b="0" i="1" dirty="0">
                <a:solidFill>
                  <a:srgbClr val="000000"/>
                </a:solidFill>
                <a:effectLst/>
                <a:latin typeface="NimbusRomNo9L-ReguItal"/>
              </a:rPr>
              <a:t>IEEE </a:t>
            </a:r>
            <a:r>
              <a:rPr lang="en-US" sz="1500" b="0" i="1" dirty="0" err="1">
                <a:solidFill>
                  <a:srgbClr val="000000"/>
                </a:solidFill>
                <a:effectLst/>
                <a:latin typeface="NimbusRomNo9L-ReguItal"/>
              </a:rPr>
              <a:t>Aerosp</a:t>
            </a:r>
            <a:r>
              <a:rPr lang="en-US" sz="1500" b="0" i="1" dirty="0">
                <a:solidFill>
                  <a:srgbClr val="000000"/>
                </a:solidFill>
                <a:effectLst/>
                <a:latin typeface="NimbusRomNo9L-ReguItal"/>
              </a:rPr>
              <a:t>. Electron. Syst. Mag.</a:t>
            </a:r>
            <a:r>
              <a:rPr lang="en-US" sz="1500" b="0" i="0" dirty="0">
                <a:solidFill>
                  <a:srgbClr val="000000"/>
                </a:solidFill>
                <a:effectLst/>
                <a:latin typeface="NimbusRomNo9L-Regu"/>
              </a:rPr>
              <a:t>, vol. 38, no. 4, pp. 14–26, Apr. 2023.</a:t>
            </a:r>
          </a:p>
          <a:p>
            <a:r>
              <a:rPr lang="en-US" sz="1500" b="0" i="0" dirty="0">
                <a:solidFill>
                  <a:srgbClr val="000000"/>
                </a:solidFill>
                <a:effectLst/>
                <a:latin typeface="NimbusRomNo9L-Regu"/>
              </a:rPr>
              <a:t>[7] L. Shen, D. Quan, X. Wang, X. Jin, and N. Jin, “Radar waveform</a:t>
            </a:r>
          </a:p>
          <a:p>
            <a:r>
              <a:rPr lang="en-US" sz="1500" b="0" i="0" dirty="0">
                <a:solidFill>
                  <a:srgbClr val="000000"/>
                </a:solidFill>
                <a:effectLst/>
                <a:latin typeface="NimbusRomNo9L-Regu"/>
              </a:rPr>
              <a:t>recognition based on time-frequency images under deteriorating channel conditions,” in </a:t>
            </a:r>
            <a:r>
              <a:rPr lang="en-US" sz="1500" b="0" i="1" dirty="0">
                <a:solidFill>
                  <a:srgbClr val="000000"/>
                </a:solidFill>
                <a:effectLst/>
                <a:latin typeface="NimbusRomNo9L-ReguItal"/>
              </a:rPr>
              <a:t>Proc. IEEE ICCC</a:t>
            </a:r>
            <a:r>
              <a:rPr lang="en-US" sz="1500" b="0" i="0" dirty="0">
                <a:solidFill>
                  <a:srgbClr val="000000"/>
                </a:solidFill>
                <a:effectLst/>
                <a:latin typeface="NimbusRomNo9L-Regu"/>
              </a:rPr>
              <a:t>, China, Dec. 2022, pp. 188–192.</a:t>
            </a:r>
          </a:p>
          <a:p>
            <a:r>
              <a:rPr lang="en-US" sz="1500" b="0" i="0" dirty="0">
                <a:solidFill>
                  <a:srgbClr val="000000"/>
                </a:solidFill>
                <a:effectLst/>
                <a:latin typeface="NimbusRomNo9L-Regu"/>
              </a:rPr>
              <a:t>[8] I. </a:t>
            </a:r>
            <a:r>
              <a:rPr lang="en-US" sz="1500" b="0" i="0" dirty="0" err="1">
                <a:solidFill>
                  <a:srgbClr val="000000"/>
                </a:solidFill>
                <a:effectLst/>
                <a:latin typeface="NimbusRomNo9L-Regu"/>
              </a:rPr>
              <a:t>Guven</a:t>
            </a:r>
            <a:r>
              <a:rPr lang="en-US" sz="1500" b="0" i="0" dirty="0">
                <a:solidFill>
                  <a:srgbClr val="000000"/>
                </a:solidFill>
                <a:effectLst/>
                <a:latin typeface="NimbusRomNo9L-Regu"/>
              </a:rPr>
              <a:t>, C. </a:t>
            </a:r>
            <a:r>
              <a:rPr lang="en-US" sz="1500" b="0" i="0" dirty="0" err="1">
                <a:solidFill>
                  <a:srgbClr val="000000"/>
                </a:solidFill>
                <a:effectLst/>
                <a:latin typeface="NimbusRomNo9L-Regu"/>
              </a:rPr>
              <a:t>Yagmur</a:t>
            </a:r>
            <a:r>
              <a:rPr lang="en-US" sz="1500" b="0" i="0" dirty="0">
                <a:solidFill>
                  <a:srgbClr val="000000"/>
                </a:solidFill>
                <a:effectLst/>
                <a:latin typeface="NimbusRomNo9L-Regu"/>
              </a:rPr>
              <a:t>, B. </a:t>
            </a:r>
            <a:r>
              <a:rPr lang="en-US" sz="1500" b="0" i="0" dirty="0" err="1">
                <a:solidFill>
                  <a:srgbClr val="000000"/>
                </a:solidFill>
                <a:effectLst/>
                <a:latin typeface="NimbusRomNo9L-Regu"/>
              </a:rPr>
              <a:t>Karadas</a:t>
            </a:r>
            <a:r>
              <a:rPr lang="en-US" sz="1500" b="0" i="0" dirty="0">
                <a:solidFill>
                  <a:srgbClr val="000000"/>
                </a:solidFill>
                <a:effectLst/>
                <a:latin typeface="NimbusRomNo9L-Regu"/>
              </a:rPr>
              <a:t>, and M. Parlak, “Classifying LPI radar</a:t>
            </a:r>
          </a:p>
          <a:p>
            <a:r>
              <a:rPr lang="en-US" sz="1500" b="0" i="0" dirty="0">
                <a:solidFill>
                  <a:srgbClr val="000000"/>
                </a:solidFill>
                <a:effectLst/>
                <a:latin typeface="NimbusRomNo9L-Regu"/>
              </a:rPr>
              <a:t>waveforms with time-frequency transformations using multi-stage CNN system,” in </a:t>
            </a:r>
            <a:r>
              <a:rPr lang="en-US" sz="1500" b="0" i="1" dirty="0">
                <a:solidFill>
                  <a:srgbClr val="000000"/>
                </a:solidFill>
                <a:effectLst/>
                <a:latin typeface="NimbusRomNo9L-ReguItal"/>
              </a:rPr>
              <a:t>Proc. 23rd IRS</a:t>
            </a:r>
            <a:r>
              <a:rPr lang="en-US" sz="1500" b="0" i="0" dirty="0">
                <a:solidFill>
                  <a:srgbClr val="000000"/>
                </a:solidFill>
                <a:effectLst/>
                <a:latin typeface="NimbusRomNo9L-Regu"/>
              </a:rPr>
              <a:t>, Gdansk, Poland, Sep. 2022, pp. 501–506.</a:t>
            </a:r>
          </a:p>
          <a:p>
            <a:br>
              <a:rPr lang="en-US" sz="1500" dirty="0"/>
            </a:br>
            <a:endParaRPr lang="en-US" sz="1500" dirty="0"/>
          </a:p>
        </p:txBody>
      </p:sp>
    </p:spTree>
    <p:extLst>
      <p:ext uri="{BB962C8B-B14F-4D97-AF65-F5344CB8AC3E}">
        <p14:creationId xmlns:p14="http://schemas.microsoft.com/office/powerpoint/2010/main" val="33065780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24"/>
          <p:cNvSpPr txBox="1">
            <a:spLocks noGrp="1"/>
          </p:cNvSpPr>
          <p:nvPr>
            <p:ph type="title"/>
          </p:nvPr>
        </p:nvSpPr>
        <p:spPr>
          <a:xfrm>
            <a:off x="1835607" y="170550"/>
            <a:ext cx="8520908" cy="763599"/>
          </a:xfrm>
          <a:prstGeom prst="rect">
            <a:avLst/>
          </a:prstGeom>
        </p:spPr>
        <p:txBody>
          <a:bodyPr spcFirstLastPara="1" wrap="square" lIns="101591" tIns="101591" rIns="101591" bIns="101591" anchor="t" anchorCtr="0">
            <a:noAutofit/>
          </a:bodyPr>
          <a:lstStyle/>
          <a:p>
            <a:r>
              <a:rPr lang="en-US" sz="2800" dirty="0">
                <a:latin typeface="Space Mono" panose="020B0604020202020204" charset="0"/>
              </a:rPr>
              <a:t>REFERENCE</a:t>
            </a:r>
            <a:endParaRPr sz="2800" dirty="0"/>
          </a:p>
        </p:txBody>
      </p:sp>
      <p:grpSp>
        <p:nvGrpSpPr>
          <p:cNvPr id="277" name="Google Shape;277;p24"/>
          <p:cNvGrpSpPr/>
          <p:nvPr/>
        </p:nvGrpSpPr>
        <p:grpSpPr>
          <a:xfrm>
            <a:off x="9964073" y="-382228"/>
            <a:ext cx="1038177" cy="882871"/>
            <a:chOff x="3089625" y="1360075"/>
            <a:chExt cx="1869050" cy="1589450"/>
          </a:xfrm>
        </p:grpSpPr>
        <p:sp>
          <p:nvSpPr>
            <p:cNvPr id="278" name="Google Shape;278;p24"/>
            <p:cNvSpPr/>
            <p:nvPr/>
          </p:nvSpPr>
          <p:spPr>
            <a:xfrm>
              <a:off x="3089625" y="1360075"/>
              <a:ext cx="1406675" cy="1589450"/>
            </a:xfrm>
            <a:custGeom>
              <a:avLst/>
              <a:gdLst/>
              <a:ahLst/>
              <a:cxnLst/>
              <a:rect l="l" t="t" r="r" b="b"/>
              <a:pathLst>
                <a:path w="56267" h="63578" extrusionOk="0">
                  <a:moveTo>
                    <a:pt x="29845" y="0"/>
                  </a:moveTo>
                  <a:lnTo>
                    <a:pt x="1" y="49685"/>
                  </a:lnTo>
                  <a:lnTo>
                    <a:pt x="26422" y="63577"/>
                  </a:lnTo>
                  <a:lnTo>
                    <a:pt x="56267" y="13892"/>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79" name="Google Shape;279;p24"/>
            <p:cNvSpPr/>
            <p:nvPr/>
          </p:nvSpPr>
          <p:spPr>
            <a:xfrm>
              <a:off x="3835750" y="1360075"/>
              <a:ext cx="1122925" cy="1509275"/>
            </a:xfrm>
            <a:custGeom>
              <a:avLst/>
              <a:gdLst/>
              <a:ahLst/>
              <a:cxnLst/>
              <a:rect l="l" t="t" r="r" b="b"/>
              <a:pathLst>
                <a:path w="44917" h="60371" extrusionOk="0">
                  <a:moveTo>
                    <a:pt x="0" y="0"/>
                  </a:moveTo>
                  <a:lnTo>
                    <a:pt x="18495" y="46478"/>
                  </a:lnTo>
                  <a:lnTo>
                    <a:pt x="44917" y="60370"/>
                  </a:lnTo>
                  <a:lnTo>
                    <a:pt x="26422" y="13892"/>
                  </a:lnTo>
                  <a:lnTo>
                    <a:pt x="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0" name="Google Shape;280;p24"/>
            <p:cNvSpPr/>
            <p:nvPr/>
          </p:nvSpPr>
          <p:spPr>
            <a:xfrm>
              <a:off x="3089625" y="2522025"/>
              <a:ext cx="1869050" cy="427500"/>
            </a:xfrm>
            <a:custGeom>
              <a:avLst/>
              <a:gdLst/>
              <a:ahLst/>
              <a:cxnLst/>
              <a:rect l="l" t="t" r="r" b="b"/>
              <a:pathLst>
                <a:path w="74762" h="17100" extrusionOk="0">
                  <a:moveTo>
                    <a:pt x="48340" y="0"/>
                  </a:moveTo>
                  <a:lnTo>
                    <a:pt x="1" y="3207"/>
                  </a:lnTo>
                  <a:lnTo>
                    <a:pt x="26422" y="17099"/>
                  </a:lnTo>
                  <a:lnTo>
                    <a:pt x="74762" y="13892"/>
                  </a:lnTo>
                  <a:lnTo>
                    <a:pt x="48340"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sp>
          <p:nvSpPr>
            <p:cNvPr id="281" name="Google Shape;281;p24"/>
            <p:cNvSpPr/>
            <p:nvPr/>
          </p:nvSpPr>
          <p:spPr>
            <a:xfrm>
              <a:off x="3089625" y="1360075"/>
              <a:ext cx="1208525" cy="1242150"/>
            </a:xfrm>
            <a:custGeom>
              <a:avLst/>
              <a:gdLst/>
              <a:ahLst/>
              <a:cxnLst/>
              <a:rect l="l" t="t" r="r" b="b"/>
              <a:pathLst>
                <a:path w="48341" h="49686" extrusionOk="0">
                  <a:moveTo>
                    <a:pt x="29845" y="0"/>
                  </a:moveTo>
                  <a:lnTo>
                    <a:pt x="1" y="49685"/>
                  </a:lnTo>
                  <a:lnTo>
                    <a:pt x="48340" y="46478"/>
                  </a:lnTo>
                  <a:lnTo>
                    <a:pt x="29845" y="0"/>
                  </a:lnTo>
                  <a:close/>
                </a:path>
              </a:pathLst>
            </a:custGeom>
            <a:solidFill>
              <a:schemeClr val="lt1"/>
            </a:solidFill>
            <a:ln w="15775" cap="flat" cmpd="sng">
              <a:solidFill>
                <a:schemeClr val="dk1"/>
              </a:solidFill>
              <a:prstDash val="solid"/>
              <a:miter lim="16617"/>
              <a:headEnd type="none" w="sm" len="sm"/>
              <a:tailEnd type="none" w="sm" len="sm"/>
            </a:ln>
          </p:spPr>
          <p:txBody>
            <a:bodyPr spcFirstLastPara="1" wrap="square" lIns="36281" tIns="36281" rIns="36281" bIns="36281" anchor="ctr" anchorCtr="0">
              <a:noAutofit/>
            </a:bodyPr>
            <a:lstStyle/>
            <a:p>
              <a:pPr defTabSz="362834">
                <a:buClr>
                  <a:srgbClr val="000000"/>
                </a:buClr>
              </a:pPr>
              <a:endParaRPr sz="556" kern="0">
                <a:solidFill>
                  <a:srgbClr val="000000"/>
                </a:solidFill>
                <a:latin typeface="Arial"/>
                <a:cs typeface="Arial"/>
                <a:sym typeface="Arial"/>
              </a:endParaRPr>
            </a:p>
          </p:txBody>
        </p:sp>
      </p:grpSp>
      <p:cxnSp>
        <p:nvCxnSpPr>
          <p:cNvPr id="282" name="Google Shape;282;p24"/>
          <p:cNvCxnSpPr/>
          <p:nvPr/>
        </p:nvCxnSpPr>
        <p:spPr>
          <a:xfrm>
            <a:off x="1439844" y="6684199"/>
            <a:ext cx="9312485" cy="0"/>
          </a:xfrm>
          <a:prstGeom prst="straightConnector1">
            <a:avLst/>
          </a:prstGeom>
          <a:noFill/>
          <a:ln w="19050" cap="flat" cmpd="sng">
            <a:solidFill>
              <a:schemeClr val="dk1"/>
            </a:solidFill>
            <a:prstDash val="solid"/>
            <a:round/>
            <a:headEnd type="none" w="med" len="med"/>
            <a:tailEnd type="none" w="med" len="med"/>
          </a:ln>
        </p:spPr>
      </p:cxnSp>
      <p:cxnSp>
        <p:nvCxnSpPr>
          <p:cNvPr id="283" name="Google Shape;283;p24"/>
          <p:cNvCxnSpPr/>
          <p:nvPr/>
        </p:nvCxnSpPr>
        <p:spPr>
          <a:xfrm>
            <a:off x="1439844" y="794827"/>
            <a:ext cx="9312485" cy="0"/>
          </a:xfrm>
          <a:prstGeom prst="straightConnector1">
            <a:avLst/>
          </a:prstGeom>
          <a:noFill/>
          <a:ln w="19050" cap="flat" cmpd="sng">
            <a:solidFill>
              <a:schemeClr val="dk1"/>
            </a:solidFill>
            <a:prstDash val="solid"/>
            <a:round/>
            <a:headEnd type="none" w="med" len="med"/>
            <a:tailEnd type="none" w="med" len="med"/>
          </a:ln>
        </p:spPr>
      </p:cxnSp>
      <p:sp>
        <p:nvSpPr>
          <p:cNvPr id="3" name="TextBox 2">
            <a:extLst>
              <a:ext uri="{FF2B5EF4-FFF2-40B4-BE49-F238E27FC236}">
                <a16:creationId xmlns:a16="http://schemas.microsoft.com/office/drawing/2014/main" id="{A3DA93C7-CC61-342D-C812-18282677232B}"/>
              </a:ext>
            </a:extLst>
          </p:cNvPr>
          <p:cNvSpPr txBox="1"/>
          <p:nvPr/>
        </p:nvSpPr>
        <p:spPr>
          <a:xfrm>
            <a:off x="1439671" y="934149"/>
            <a:ext cx="10343834" cy="4247317"/>
          </a:xfrm>
          <a:prstGeom prst="rect">
            <a:avLst/>
          </a:prstGeom>
          <a:noFill/>
        </p:spPr>
        <p:txBody>
          <a:bodyPr wrap="square">
            <a:spAutoFit/>
          </a:bodyPr>
          <a:lstStyle/>
          <a:p>
            <a:r>
              <a:rPr lang="en-US" sz="1500" b="0" i="0" dirty="0">
                <a:solidFill>
                  <a:srgbClr val="000000"/>
                </a:solidFill>
                <a:effectLst/>
                <a:latin typeface="NimbusRomNo9L-Regu"/>
              </a:rPr>
              <a:t>[9] G. Kong, M. Jung, and V. </a:t>
            </a:r>
            <a:r>
              <a:rPr lang="en-US" sz="1500" b="0" i="0" dirty="0" err="1">
                <a:solidFill>
                  <a:srgbClr val="000000"/>
                </a:solidFill>
                <a:effectLst/>
                <a:latin typeface="NimbusRomNo9L-Regu"/>
              </a:rPr>
              <a:t>Koivunen</a:t>
            </a:r>
            <a:r>
              <a:rPr lang="en-US" sz="1500" b="0" i="0" dirty="0">
                <a:solidFill>
                  <a:srgbClr val="000000"/>
                </a:solidFill>
                <a:effectLst/>
                <a:latin typeface="NimbusRomNo9L-Regu"/>
              </a:rPr>
              <a:t>, “Waveform classification in </a:t>
            </a:r>
            <a:r>
              <a:rPr lang="en-US" sz="1500" b="0" i="0" dirty="0" err="1">
                <a:solidFill>
                  <a:srgbClr val="000000"/>
                </a:solidFill>
                <a:effectLst/>
                <a:latin typeface="NimbusRomNo9L-Regu"/>
              </a:rPr>
              <a:t>radarcommunications</a:t>
            </a:r>
            <a:r>
              <a:rPr lang="en-US" sz="1500" b="0" i="0" dirty="0">
                <a:solidFill>
                  <a:srgbClr val="000000"/>
                </a:solidFill>
                <a:effectLst/>
                <a:latin typeface="NimbusRomNo9L-Regu"/>
              </a:rPr>
              <a:t> coexistence scenarios,” in </a:t>
            </a:r>
            <a:r>
              <a:rPr lang="en-US" sz="1500" b="0" i="1" dirty="0">
                <a:solidFill>
                  <a:srgbClr val="000000"/>
                </a:solidFill>
                <a:effectLst/>
                <a:latin typeface="NimbusRomNo9L-ReguItal"/>
              </a:rPr>
              <a:t>Proc. IEEE GLOBECOM</a:t>
            </a:r>
            <a:r>
              <a:rPr lang="en-US" sz="1500" b="0" i="0" dirty="0">
                <a:solidFill>
                  <a:srgbClr val="000000"/>
                </a:solidFill>
                <a:effectLst/>
                <a:latin typeface="NimbusRomNo9L-Regu"/>
              </a:rPr>
              <a:t>, Taipei, Taiwan, Dec. 2020, pp. 1–6.</a:t>
            </a:r>
          </a:p>
          <a:p>
            <a:r>
              <a:rPr lang="en-US" sz="1500" b="0" i="0" dirty="0">
                <a:solidFill>
                  <a:srgbClr val="000000"/>
                </a:solidFill>
                <a:effectLst/>
                <a:latin typeface="NimbusRomNo9L-Regu"/>
              </a:rPr>
              <a:t>[10] T. Huynh-The, Q.-V. Pham, T.-V. Nguyen, D. B. da Costa, and D.-</a:t>
            </a:r>
          </a:p>
          <a:p>
            <a:r>
              <a:rPr lang="en-US" sz="1500" b="0" i="0" dirty="0">
                <a:solidFill>
                  <a:srgbClr val="000000"/>
                </a:solidFill>
                <a:effectLst/>
                <a:latin typeface="NimbusRomNo9L-Regu"/>
              </a:rPr>
              <a:t>S. Kim, “</a:t>
            </a:r>
            <a:r>
              <a:rPr lang="en-US" sz="1500" b="0" i="0" dirty="0" err="1">
                <a:solidFill>
                  <a:srgbClr val="000000"/>
                </a:solidFill>
                <a:effectLst/>
                <a:latin typeface="NimbusRomNo9L-Regu"/>
              </a:rPr>
              <a:t>RaComNet</a:t>
            </a:r>
            <a:r>
              <a:rPr lang="en-US" sz="1500" b="0" i="0" dirty="0">
                <a:solidFill>
                  <a:srgbClr val="000000"/>
                </a:solidFill>
                <a:effectLst/>
                <a:latin typeface="NimbusRomNo9L-Regu"/>
              </a:rPr>
              <a:t>: High-performance deep network for waveform</a:t>
            </a:r>
          </a:p>
          <a:p>
            <a:r>
              <a:rPr lang="en-US" sz="1500" b="0" i="0" dirty="0">
                <a:solidFill>
                  <a:srgbClr val="000000"/>
                </a:solidFill>
                <a:effectLst/>
                <a:latin typeface="NimbusRomNo9L-Regu"/>
              </a:rPr>
              <a:t>recognition in coexistence radar-communication systems,” in </a:t>
            </a:r>
            <a:r>
              <a:rPr lang="en-US" sz="1500" b="0" i="1" dirty="0">
                <a:solidFill>
                  <a:srgbClr val="000000"/>
                </a:solidFill>
                <a:effectLst/>
                <a:latin typeface="NimbusRomNo9L-ReguItal"/>
              </a:rPr>
              <a:t>Proc. IEEE</a:t>
            </a:r>
          </a:p>
          <a:p>
            <a:r>
              <a:rPr lang="en-US" sz="1500" b="0" i="1" dirty="0">
                <a:solidFill>
                  <a:srgbClr val="000000"/>
                </a:solidFill>
                <a:effectLst/>
                <a:latin typeface="NimbusRomNo9L-ReguItal"/>
              </a:rPr>
              <a:t>ICC</a:t>
            </a:r>
            <a:r>
              <a:rPr lang="en-US" sz="1500" b="0" i="0" dirty="0">
                <a:solidFill>
                  <a:srgbClr val="000000"/>
                </a:solidFill>
                <a:effectLst/>
                <a:latin typeface="NimbusRomNo9L-Regu"/>
              </a:rPr>
              <a:t>, Seoul, South Korea, May 2022, pp. 1–6.</a:t>
            </a:r>
          </a:p>
          <a:p>
            <a:r>
              <a:rPr lang="en-US" sz="1500" b="0" i="0" dirty="0">
                <a:solidFill>
                  <a:srgbClr val="000000"/>
                </a:solidFill>
                <a:effectLst/>
                <a:latin typeface="NimbusRomNo9L-Regu"/>
              </a:rPr>
              <a:t>[11] D. </a:t>
            </a:r>
            <a:r>
              <a:rPr lang="en-US" sz="1500" b="0" i="0" dirty="0" err="1">
                <a:solidFill>
                  <a:srgbClr val="000000"/>
                </a:solidFill>
                <a:effectLst/>
                <a:latin typeface="NimbusRomNo9L-Regu"/>
              </a:rPr>
              <a:t>Soydaner</a:t>
            </a:r>
            <a:r>
              <a:rPr lang="en-US" sz="1500" b="0" i="0" dirty="0">
                <a:solidFill>
                  <a:srgbClr val="000000"/>
                </a:solidFill>
                <a:effectLst/>
                <a:latin typeface="NimbusRomNo9L-Regu"/>
              </a:rPr>
              <a:t>, “Attention mechanism in neural networks: where it comes</a:t>
            </a:r>
          </a:p>
          <a:p>
            <a:r>
              <a:rPr lang="en-US" sz="1500" b="0" i="0" dirty="0">
                <a:solidFill>
                  <a:srgbClr val="000000"/>
                </a:solidFill>
                <a:effectLst/>
                <a:latin typeface="NimbusRomNo9L-Regu"/>
              </a:rPr>
              <a:t>and where it goes,” </a:t>
            </a:r>
            <a:r>
              <a:rPr lang="en-US" sz="1500" b="0" i="1" dirty="0">
                <a:solidFill>
                  <a:srgbClr val="000000"/>
                </a:solidFill>
                <a:effectLst/>
                <a:latin typeface="NimbusRomNo9L-ReguItal"/>
              </a:rPr>
              <a:t>Neural Computing and Applications</a:t>
            </a:r>
            <a:r>
              <a:rPr lang="en-US" sz="1500" b="0" i="0" dirty="0">
                <a:solidFill>
                  <a:srgbClr val="000000"/>
                </a:solidFill>
                <a:effectLst/>
                <a:latin typeface="NimbusRomNo9L-Regu"/>
              </a:rPr>
              <a:t>, vol. 34, no. 16, pp. 13 371–13 385, 2022.</a:t>
            </a:r>
          </a:p>
          <a:p>
            <a:r>
              <a:rPr lang="en-US" sz="1500" b="0" i="0" dirty="0">
                <a:solidFill>
                  <a:srgbClr val="000000"/>
                </a:solidFill>
                <a:effectLst/>
                <a:latin typeface="NimbusRomNo9L-Regu"/>
              </a:rPr>
              <a:t>[12] M. Sandler, A. Howard, M. Zhu, A. </a:t>
            </a:r>
            <a:r>
              <a:rPr lang="en-US" sz="1500" b="0" i="0" dirty="0" err="1">
                <a:solidFill>
                  <a:srgbClr val="000000"/>
                </a:solidFill>
                <a:effectLst/>
                <a:latin typeface="NimbusRomNo9L-Regu"/>
              </a:rPr>
              <a:t>Zhmoginov</a:t>
            </a:r>
            <a:r>
              <a:rPr lang="en-US" sz="1500" b="0" i="0" dirty="0">
                <a:solidFill>
                  <a:srgbClr val="000000"/>
                </a:solidFill>
                <a:effectLst/>
                <a:latin typeface="NimbusRomNo9L-Regu"/>
              </a:rPr>
              <a:t>, and L.-C. Chen,</a:t>
            </a:r>
          </a:p>
          <a:p>
            <a:r>
              <a:rPr lang="en-US" sz="1500" b="0" i="0" dirty="0">
                <a:solidFill>
                  <a:srgbClr val="000000"/>
                </a:solidFill>
                <a:effectLst/>
                <a:latin typeface="NimbusRomNo9L-Regu"/>
              </a:rPr>
              <a:t>“MobileNetV2: Inverted residuals and linear bottlenecks,”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2018, pp. 4510–4520.</a:t>
            </a:r>
          </a:p>
          <a:p>
            <a:r>
              <a:rPr lang="en-US" sz="1500" b="0" i="0" dirty="0">
                <a:solidFill>
                  <a:srgbClr val="000000"/>
                </a:solidFill>
                <a:effectLst/>
                <a:latin typeface="NimbusRomNo9L-Regu"/>
              </a:rPr>
              <a:t>[13] K. He, X. Zhang, S. Ren, and J. Sun, “Deep residual learning for image</a:t>
            </a:r>
          </a:p>
          <a:p>
            <a:r>
              <a:rPr lang="en-US" sz="1500" b="0" i="0" dirty="0">
                <a:solidFill>
                  <a:srgbClr val="000000"/>
                </a:solidFill>
                <a:effectLst/>
                <a:latin typeface="NimbusRomNo9L-Regu"/>
              </a:rPr>
              <a:t>recognition,”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770–778.</a:t>
            </a:r>
          </a:p>
          <a:p>
            <a:r>
              <a:rPr lang="en-US" sz="1500" b="0" i="0" dirty="0">
                <a:solidFill>
                  <a:srgbClr val="000000"/>
                </a:solidFill>
                <a:effectLst/>
                <a:latin typeface="NimbusRomNo9L-Regu"/>
              </a:rPr>
              <a:t>[14] C. </a:t>
            </a:r>
            <a:r>
              <a:rPr lang="en-US" sz="1500" b="0" i="0" dirty="0" err="1">
                <a:solidFill>
                  <a:srgbClr val="000000"/>
                </a:solidFill>
                <a:effectLst/>
                <a:latin typeface="NimbusRomNo9L-Regu"/>
              </a:rPr>
              <a:t>Szegedy</a:t>
            </a:r>
            <a:r>
              <a:rPr lang="en-US" sz="1500" b="0" i="0" dirty="0">
                <a:solidFill>
                  <a:srgbClr val="000000"/>
                </a:solidFill>
                <a:effectLst/>
                <a:latin typeface="NimbusRomNo9L-Regu"/>
              </a:rPr>
              <a:t>, V. </a:t>
            </a:r>
            <a:r>
              <a:rPr lang="en-US" sz="1500" b="0" i="0" dirty="0" err="1">
                <a:solidFill>
                  <a:srgbClr val="000000"/>
                </a:solidFill>
                <a:effectLst/>
                <a:latin typeface="NimbusRomNo9L-Regu"/>
              </a:rPr>
              <a:t>Vanhoucke</a:t>
            </a:r>
            <a:r>
              <a:rPr lang="en-US" sz="1500" b="0" i="0" dirty="0">
                <a:solidFill>
                  <a:srgbClr val="000000"/>
                </a:solidFill>
                <a:effectLst/>
                <a:latin typeface="NimbusRomNo9L-Regu"/>
              </a:rPr>
              <a:t>, S. </a:t>
            </a:r>
            <a:r>
              <a:rPr lang="en-US" sz="1500" b="0" i="0" dirty="0" err="1">
                <a:solidFill>
                  <a:srgbClr val="000000"/>
                </a:solidFill>
                <a:effectLst/>
                <a:latin typeface="NimbusRomNo9L-Regu"/>
              </a:rPr>
              <a:t>Ioffe</a:t>
            </a:r>
            <a:r>
              <a:rPr lang="en-US" sz="1500" b="0" i="0" dirty="0">
                <a:solidFill>
                  <a:srgbClr val="000000"/>
                </a:solidFill>
                <a:effectLst/>
                <a:latin typeface="NimbusRomNo9L-Regu"/>
              </a:rPr>
              <a:t>, J. </a:t>
            </a:r>
            <a:r>
              <a:rPr lang="en-US" sz="1500" b="0" i="0" dirty="0" err="1">
                <a:solidFill>
                  <a:srgbClr val="000000"/>
                </a:solidFill>
                <a:effectLst/>
                <a:latin typeface="NimbusRomNo9L-Regu"/>
              </a:rPr>
              <a:t>Shlens</a:t>
            </a:r>
            <a:r>
              <a:rPr lang="en-US" sz="1500" b="0" i="0" dirty="0">
                <a:solidFill>
                  <a:srgbClr val="000000"/>
                </a:solidFill>
                <a:effectLst/>
                <a:latin typeface="NimbusRomNo9L-Regu"/>
              </a:rPr>
              <a:t>, and Z. </a:t>
            </a:r>
            <a:r>
              <a:rPr lang="en-US" sz="1500" b="0" i="0" dirty="0" err="1">
                <a:solidFill>
                  <a:srgbClr val="000000"/>
                </a:solidFill>
                <a:effectLst/>
                <a:latin typeface="NimbusRomNo9L-Regu"/>
              </a:rPr>
              <a:t>Wojna</a:t>
            </a:r>
            <a:r>
              <a:rPr lang="en-US" sz="1500" b="0" i="0" dirty="0">
                <a:solidFill>
                  <a:srgbClr val="000000"/>
                </a:solidFill>
                <a:effectLst/>
                <a:latin typeface="NimbusRomNo9L-Regu"/>
              </a:rPr>
              <a:t>, “Rethinking</a:t>
            </a:r>
          </a:p>
          <a:p>
            <a:r>
              <a:rPr lang="en-US" sz="1500" b="0" i="0" dirty="0">
                <a:solidFill>
                  <a:srgbClr val="000000"/>
                </a:solidFill>
                <a:effectLst/>
                <a:latin typeface="NimbusRomNo9L-Regu"/>
              </a:rPr>
              <a:t>the inception architecture for computer vision,” in </a:t>
            </a:r>
            <a:r>
              <a:rPr lang="en-US" sz="1500" b="0" i="1" dirty="0">
                <a:solidFill>
                  <a:srgbClr val="000000"/>
                </a:solidFill>
                <a:effectLst/>
                <a:latin typeface="NimbusRomNo9L-ReguItal"/>
              </a:rPr>
              <a:t>Proc. IEEE CVPR</a:t>
            </a:r>
            <a:r>
              <a:rPr lang="en-US" sz="1500" b="0" i="0" dirty="0">
                <a:solidFill>
                  <a:srgbClr val="000000"/>
                </a:solidFill>
                <a:effectLst/>
                <a:latin typeface="NimbusRomNo9L-Regu"/>
              </a:rPr>
              <a:t>, USA, Jun. 2016, pp. 2818–2826.</a:t>
            </a:r>
          </a:p>
          <a:p>
            <a:r>
              <a:rPr lang="en-US" sz="1500" b="0" i="0" dirty="0">
                <a:solidFill>
                  <a:srgbClr val="000000"/>
                </a:solidFill>
                <a:effectLst/>
                <a:latin typeface="NimbusRomNo9L-Regu"/>
              </a:rPr>
              <a:t>[15] M. Tan and Q. Le, “</a:t>
            </a:r>
            <a:r>
              <a:rPr lang="en-US" sz="1500" b="0" i="0" dirty="0" err="1">
                <a:solidFill>
                  <a:srgbClr val="000000"/>
                </a:solidFill>
                <a:effectLst/>
                <a:latin typeface="NimbusRomNo9L-Regu"/>
              </a:rPr>
              <a:t>Efficientnet</a:t>
            </a:r>
            <a:r>
              <a:rPr lang="en-US" sz="1500" b="0" i="0" dirty="0">
                <a:solidFill>
                  <a:srgbClr val="000000"/>
                </a:solidFill>
                <a:effectLst/>
                <a:latin typeface="NimbusRomNo9L-Regu"/>
              </a:rPr>
              <a:t>: Rethinking model scaling for convolutional neural networks,” in </a:t>
            </a:r>
            <a:r>
              <a:rPr lang="en-US" sz="1500" b="0" i="1" dirty="0">
                <a:solidFill>
                  <a:srgbClr val="000000"/>
                </a:solidFill>
                <a:effectLst/>
                <a:latin typeface="NimbusRomNo9L-ReguItal"/>
              </a:rPr>
              <a:t>Proc. ICML</a:t>
            </a:r>
            <a:r>
              <a:rPr lang="en-US" sz="1500" b="0" i="0" dirty="0">
                <a:solidFill>
                  <a:srgbClr val="000000"/>
                </a:solidFill>
                <a:effectLst/>
                <a:latin typeface="NimbusRomNo9L-Regu"/>
              </a:rPr>
              <a:t>. PMLR, 2019, pp. 6105–6114.</a:t>
            </a:r>
            <a:r>
              <a:rPr lang="en-US" sz="1500" dirty="0"/>
              <a:t> </a:t>
            </a:r>
            <a:br>
              <a:rPr lang="en-US" sz="1500" dirty="0"/>
            </a:br>
            <a:br>
              <a:rPr lang="en-US" sz="1500" dirty="0"/>
            </a:br>
            <a:endParaRPr lang="en-US" sz="1500" dirty="0"/>
          </a:p>
        </p:txBody>
      </p:sp>
    </p:spTree>
    <p:extLst>
      <p:ext uri="{BB962C8B-B14F-4D97-AF65-F5344CB8AC3E}">
        <p14:creationId xmlns:p14="http://schemas.microsoft.com/office/powerpoint/2010/main" val="3925665291"/>
      </p:ext>
    </p:extLst>
  </p:cSld>
  <p:clrMapOvr>
    <a:masterClrMapping/>
  </p:clrMapOvr>
</p:sld>
</file>

<file path=ppt/theme/theme1.xml><?xml version="1.0" encoding="utf-8"?>
<a:theme xmlns:a="http://schemas.openxmlformats.org/drawingml/2006/main" name="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Academic Conference Poster by Slidesgo">
  <a:themeElements>
    <a:clrScheme name="Simple Light">
      <a:dk1>
        <a:srgbClr val="100F0F"/>
      </a:dk1>
      <a:lt1>
        <a:srgbClr val="F4F2E7"/>
      </a:lt1>
      <a:dk2>
        <a:srgbClr val="FFFFFF"/>
      </a:dk2>
      <a:lt2>
        <a:srgbClr val="FFFFFF"/>
      </a:lt2>
      <a:accent1>
        <a:srgbClr val="FFFFFF"/>
      </a:accent1>
      <a:accent2>
        <a:srgbClr val="FFFFFF"/>
      </a:accent2>
      <a:accent3>
        <a:srgbClr val="FFFFFF"/>
      </a:accent3>
      <a:accent4>
        <a:srgbClr val="FFFFFF"/>
      </a:accent4>
      <a:accent5>
        <a:srgbClr val="FFFFFF"/>
      </a:accent5>
      <a:accent6>
        <a:srgbClr val="FFFFFF"/>
      </a:accent6>
      <a:hlink>
        <a:srgbClr val="100F0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TotalTime>
  <Words>2103</Words>
  <Application>Microsoft Office PowerPoint</Application>
  <PresentationFormat>Widescreen</PresentationFormat>
  <Paragraphs>192</Paragraphs>
  <Slides>27</Slides>
  <Notes>27</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27</vt:i4>
      </vt:variant>
    </vt:vector>
  </HeadingPairs>
  <TitlesOfParts>
    <vt:vector size="38" baseType="lpstr">
      <vt:lpstr>Anaheim</vt:lpstr>
      <vt:lpstr>Arial</vt:lpstr>
      <vt:lpstr>Calibri</vt:lpstr>
      <vt:lpstr>Inconsolata</vt:lpstr>
      <vt:lpstr>NimbusRomNo9L-Regu</vt:lpstr>
      <vt:lpstr>NimbusRomNo9L-ReguItal</vt:lpstr>
      <vt:lpstr>Space Mono</vt:lpstr>
      <vt:lpstr>Times New Roman</vt:lpstr>
      <vt:lpstr>Wingdings</vt:lpstr>
      <vt:lpstr>Academic Conference Poster by Slidesgo</vt:lpstr>
      <vt:lpstr>1_Academic Conference Poster by Slidesgo</vt:lpstr>
      <vt:lpstr>Improved Waveform Classification for Integrated Radar-Communication 6G Systems via Convolutional Neural Networks </vt:lpstr>
      <vt:lpstr>Preview</vt:lpstr>
      <vt:lpstr>ABSTRACT</vt:lpstr>
      <vt:lpstr>OUTLINE</vt:lpstr>
      <vt:lpstr>MOTIVATION</vt:lpstr>
      <vt:lpstr>CONTRIBUTION</vt:lpstr>
      <vt:lpstr>INTRODUCTION</vt:lpstr>
      <vt:lpstr>INTRODUCTION</vt:lpstr>
      <vt:lpstr>INTRODUCTION</vt:lpstr>
      <vt:lpstr>INTRODUCTION</vt:lpstr>
      <vt:lpstr>INTRODUCTION</vt:lpstr>
      <vt:lpstr>SOLUTION</vt:lpstr>
      <vt:lpstr>SOLUTION</vt:lpstr>
      <vt:lpstr>SOLUTION</vt:lpstr>
      <vt:lpstr>EVALUTION</vt:lpstr>
      <vt:lpstr>EVALUTION</vt:lpstr>
      <vt:lpstr>EVALUTION</vt:lpstr>
      <vt:lpstr>EVALUTION</vt:lpstr>
      <vt:lpstr>EVALUTION</vt:lpstr>
      <vt:lpstr>EVALUTION</vt:lpstr>
      <vt:lpstr>EVALUTION</vt:lpstr>
      <vt:lpstr>EVALUTION</vt:lpstr>
      <vt:lpstr>EVALUTION</vt:lpstr>
      <vt:lpstr>EVALUTION</vt:lpstr>
      <vt:lpstr>CONCLUSION</vt:lpstr>
      <vt:lpstr>REFERENCE</vt:lpstr>
      <vt:lpstr>REFERENCE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Nguyen Duy Huan</dc:creator>
  <cp:lastModifiedBy>Nguyen Duy Huan</cp:lastModifiedBy>
  <cp:revision>169</cp:revision>
  <dcterms:created xsi:type="dcterms:W3CDTF">2024-04-14T06:14:12Z</dcterms:created>
  <dcterms:modified xsi:type="dcterms:W3CDTF">2024-04-19T17:38:05Z</dcterms:modified>
</cp:coreProperties>
</file>